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742edfa9ae43f8" /><Relationship Type="http://schemas.openxmlformats.org/officeDocument/2006/relationships/extended-properties" Target="/docProps/app.xml" Id="R4980016cbd1a45dd" /><Relationship Type="http://schemas.openxmlformats.org/officeDocument/2006/relationships/officeDocument" Target="/ppt/presentation.xml" Id="Rd0fbce6cb1ce40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61d7b558224749"/>
  </p:sldMasterIdLst>
  <p:notesMasterIdLst>
    <p:notesMasterId xmlns:r="http://schemas.openxmlformats.org/officeDocument/2006/relationships" r:id="Rf61b67c5bd174e97"/>
  </p:notesMasterIdLst>
  <p:sldIdLst>
    <p:sldId xmlns:r="http://schemas.openxmlformats.org/officeDocument/2006/relationships" id="256" r:id="Rd37c1689dea54081"/>
    <p:sldId xmlns:r="http://schemas.openxmlformats.org/officeDocument/2006/relationships" id="257" r:id="R607e4bd587fc4a86"/>
    <p:sldId xmlns:r="http://schemas.openxmlformats.org/officeDocument/2006/relationships" id="258" r:id="R901f2e409fbc4459"/>
    <p:sldId xmlns:r="http://schemas.openxmlformats.org/officeDocument/2006/relationships" id="259" r:id="Redfe508396334735"/>
    <p:sldId xmlns:r="http://schemas.openxmlformats.org/officeDocument/2006/relationships" id="260" r:id="R0630a04a59bb490d"/>
    <p:sldId xmlns:r="http://schemas.openxmlformats.org/officeDocument/2006/relationships" id="261" r:id="Rb58af6de9c764752"/>
    <p:sldId xmlns:r="http://schemas.openxmlformats.org/officeDocument/2006/relationships" id="262" r:id="Rf793bdf9a813473d"/>
    <p:sldId xmlns:r="http://schemas.openxmlformats.org/officeDocument/2006/relationships" id="263" r:id="R41e602e1d6f7447f"/>
    <p:sldId xmlns:r="http://schemas.openxmlformats.org/officeDocument/2006/relationships" id="264" r:id="Rf6502f11187d43c2"/>
    <p:sldId xmlns:r="http://schemas.openxmlformats.org/officeDocument/2006/relationships" id="265" r:id="Ra043bb9a025641f3"/>
    <p:sldId xmlns:r="http://schemas.openxmlformats.org/officeDocument/2006/relationships" id="266" r:id="R3cb192ec97374cb6"/>
    <p:sldId xmlns:r="http://schemas.openxmlformats.org/officeDocument/2006/relationships" id="267" r:id="R9290375e6abc4e2b"/>
    <p:sldId xmlns:r="http://schemas.openxmlformats.org/officeDocument/2006/relationships" id="268" r:id="R116db2b3546e42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7ce1bd48074370" /><Relationship Type="http://schemas.openxmlformats.org/officeDocument/2006/relationships/slideMaster" Target="/ppt/slideMasters/slideMaster1.xml" Id="R1961d7b558224749" /><Relationship Type="http://schemas.openxmlformats.org/officeDocument/2006/relationships/notesMaster" Target="/ppt/notesMasters/notesMaster1.xml" Id="Rf61b67c5bd174e97" /><Relationship Type="http://schemas.openxmlformats.org/officeDocument/2006/relationships/presProps" Target="/ppt/presProps.xml" Id="Rd853bc8385b244e4" /><Relationship Type="http://schemas.openxmlformats.org/officeDocument/2006/relationships/tableStyles" Target="/ppt/tableStyles.xml" Id="R11db5c28467f4ee8" /><Relationship Type="http://schemas.openxmlformats.org/officeDocument/2006/relationships/slide" Target="/ppt/slides/slide1.xml" Id="Rd37c1689dea54081" /><Relationship Type="http://schemas.openxmlformats.org/officeDocument/2006/relationships/slide" Target="/ppt/slides/slide2.xml" Id="R607e4bd587fc4a86" /><Relationship Type="http://schemas.openxmlformats.org/officeDocument/2006/relationships/slide" Target="/ppt/slides/slide3.xml" Id="R901f2e409fbc4459" /><Relationship Type="http://schemas.openxmlformats.org/officeDocument/2006/relationships/slide" Target="/ppt/slides/slide4.xml" Id="Redfe508396334735" /><Relationship Type="http://schemas.openxmlformats.org/officeDocument/2006/relationships/slide" Target="/ppt/slides/slide5.xml" Id="R0630a04a59bb490d" /><Relationship Type="http://schemas.openxmlformats.org/officeDocument/2006/relationships/slide" Target="/ppt/slides/slide6.xml" Id="Rb58af6de9c764752" /><Relationship Type="http://schemas.openxmlformats.org/officeDocument/2006/relationships/slide" Target="/ppt/slides/slide7.xml" Id="Rf793bdf9a813473d" /><Relationship Type="http://schemas.openxmlformats.org/officeDocument/2006/relationships/slide" Target="/ppt/slides/slide8.xml" Id="R41e602e1d6f7447f" /><Relationship Type="http://schemas.openxmlformats.org/officeDocument/2006/relationships/slide" Target="/ppt/slides/slide9.xml" Id="Rf6502f11187d43c2" /><Relationship Type="http://schemas.openxmlformats.org/officeDocument/2006/relationships/slide" Target="/ppt/slides/slide10.xml" Id="Ra043bb9a025641f3" /><Relationship Type="http://schemas.openxmlformats.org/officeDocument/2006/relationships/slide" Target="/ppt/slides/slide11.xml" Id="R3cb192ec97374cb6" /><Relationship Type="http://schemas.openxmlformats.org/officeDocument/2006/relationships/slide" Target="/ppt/slides/slide12.xml" Id="R9290375e6abc4e2b" /><Relationship Type="http://schemas.openxmlformats.org/officeDocument/2006/relationships/slide" Target="/ppt/slides/slide13.xml" Id="R116db2b3546e42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02a86815d847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523117d8ea4dc0" /><Relationship Type="http://schemas.openxmlformats.org/officeDocument/2006/relationships/notesMaster" Target="/ppt/notesMasters/notesMaster1.xml" Id="R1c26d6c38c164d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b3a1e399834acd" /><Relationship Type="http://schemas.openxmlformats.org/officeDocument/2006/relationships/notesMaster" Target="/ppt/notesMasters/notesMaster1.xml" Id="Rd7d7cdec075f4d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45613cf4804fdd" /><Relationship Type="http://schemas.openxmlformats.org/officeDocument/2006/relationships/notesMaster" Target="/ppt/notesMasters/notesMaster1.xml" Id="R5c2ad56e9f9c4f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5bc875f1044edd" /><Relationship Type="http://schemas.openxmlformats.org/officeDocument/2006/relationships/notesMaster" Target="/ppt/notesMasters/notesMaster1.xml" Id="Rb77517e4ab3541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4cad7658b34567" /><Relationship Type="http://schemas.openxmlformats.org/officeDocument/2006/relationships/notesMaster" Target="/ppt/notesMasters/notesMaster1.xml" Id="Radfabbba4a0644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02aacefd4c4264" /><Relationship Type="http://schemas.openxmlformats.org/officeDocument/2006/relationships/notesMaster" Target="/ppt/notesMasters/notesMaster1.xml" Id="R281f156b5e6645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29965946bb4e6d" /><Relationship Type="http://schemas.openxmlformats.org/officeDocument/2006/relationships/notesMaster" Target="/ppt/notesMasters/notesMaster1.xml" Id="Rfac47a95f8df4e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eafbcb0de74438" /><Relationship Type="http://schemas.openxmlformats.org/officeDocument/2006/relationships/notesMaster" Target="/ppt/notesMasters/notesMaster1.xml" Id="Rc615bbcff0d04b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441fd79a38492c" /><Relationship Type="http://schemas.openxmlformats.org/officeDocument/2006/relationships/notesMaster" Target="/ppt/notesMasters/notesMaster1.xml" Id="R5ac4acba511042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b9c3a4e4054d77" /><Relationship Type="http://schemas.openxmlformats.org/officeDocument/2006/relationships/notesMaster" Target="/ppt/notesMasters/notesMaster1.xml" Id="R283d5a8a522949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523358a9db48c5" /><Relationship Type="http://schemas.openxmlformats.org/officeDocument/2006/relationships/notesMaster" Target="/ppt/notesMasters/notesMaster1.xml" Id="R56d6cb2125174c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f6f762b7444fc0" /><Relationship Type="http://schemas.openxmlformats.org/officeDocument/2006/relationships/notesMaster" Target="/ppt/notesMasters/notesMaster1.xml" Id="R8930b08b244543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03be766a9644c1" /><Relationship Type="http://schemas.openxmlformats.org/officeDocument/2006/relationships/notesMaster" Target="/ppt/notesMasters/notesMaster1.xml" Id="R979fa9723fff45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Presenta tu nombre, el título real de tu proyecto y la institución. Explica en una frase qué problema aborda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Sustituye el título de ejemplo por el de tu proyecto. Mantén la portada breve: nombre, proyecto e institución.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Explica el problema concreto antes de nombrar herramientas. En el ejemplo, el cliente ve un catálogo y el negocio conserva el seguimiento de consultas, ventas e inventario.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Reemplaza la situación inicial por evidencia propia: observación, entrevista o proceso actual. No inventes cifras de tiempo o pérdidas.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Diferencia a los usuarios por sus tareas. Aclara que el carrito de este ejemplo no cobra por internet: registra una consulta para que el personal la atienda.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Enumera únicamente los actores que existen en tu sistema y menciona qué puede hacer cada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EJEMPLO</a:t>
            </a:r>
          </a:p>
          <a:p xmlns:a="http://schemas.openxmlformats.org/drawingml/2006/main">
            <a:r>
              <a:t>routes/web.php</a:t>
            </a:r>
          </a:p>
          <a:p xmlns:a="http://schemas.openxmlformats.org/drawingml/2006/main">
            <a:r>
              <a:t>routes/admin.php</a:t>
            </a:r>
          </a:p>
          <a:p xmlns:a="http://schemas.openxmlformats.org/drawingml/2006/main">
            <a:r>
              <a:t>database/seeders/RoleSeeder.php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Narra el recorrido como una historia de usuario. El precio y la disponibilidad del carrito se revisan otra vez en el servidor, ya que el carrito permanece en el navegador.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Reemplaza los pasos por la tarea principal que el usuario final realiza en tu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EJEMPLO</a:t>
            </a:r>
          </a:p>
          <a:p xmlns:a="http://schemas.openxmlformats.org/drawingml/2006/main">
            <a:r>
              <a:t>resources/js/composables/useCart.ts</a:t>
            </a:r>
          </a:p>
          <a:p xmlns:a="http://schemas.openxmlformats.org/drawingml/2006/main">
            <a:r>
              <a:t>app/Http/Controllers/Catalog/CartValidationController.php</a:t>
            </a:r>
          </a:p>
          <a:p xmlns:a="http://schemas.openxmlformats.org/drawingml/2006/main">
            <a:r>
              <a:t>app/Http/Controllers/Catalog/InquiryController.php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Explica la regla que conecta los módulos. La confirmación de una consulta genera una venta. La venta mueve el inventario. La anulación produce el movimiento contrario.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Busca una regla de negocio propia que relacione varios módulos y muéstrala con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EJEMPLO</a:t>
            </a:r>
          </a:p>
          <a:p xmlns:a="http://schemas.openxmlformats.org/drawingml/2006/main">
            <a:r>
              <a:t>app/Http/Controllers/Admin/InquiryController.php</a:t>
            </a:r>
          </a:p>
          <a:p xmlns:a="http://schemas.openxmlformats.org/drawingml/2006/main">
            <a:r>
              <a:t>app/Http/Controllers/Admin/SaleController.php</a:t>
            </a:r>
          </a:p>
          <a:p xmlns:a="http://schemas.openxmlformats.org/drawingml/2006/main">
            <a:r>
              <a:t>app/Services/InventoryLedger.php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Explica el trayecto de una solicitud: la página Vue envía la acción mediante Inertia, Laravel aplica validaciones y reglas, y Eloquent consulta o actualiza MySQL.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Cambia los nombres de las capas por las tecnologías reales de tu proyecto. Indica dónde se ejecuta cada regla importante.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EJEMPLO</a:t>
            </a:r>
          </a:p>
          <a:p xmlns:a="http://schemas.openxmlformats.org/drawingml/2006/main">
            <a:r>
              <a:t>composer.json</a:t>
            </a:r>
          </a:p>
          <a:p xmlns:a="http://schemas.openxmlformats.org/drawingml/2006/main">
            <a:r>
              <a:t>package.json</a:t>
            </a:r>
          </a:p>
          <a:p xmlns:a="http://schemas.openxmlformats.org/drawingml/2006/main">
            <a:r>
              <a:t>resources/js/app.ts</a:t>
            </a:r>
          </a:p>
          <a:p xmlns:a="http://schemas.openxmlformats.org/drawingml/2006/main">
            <a:r>
              <a:t>routes/web.php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No recites una lista de nombres. Explica para qué se usa cada tecnología en tu aplicación. Laravel controla las operaciones y Vue muestra las páginas; Inertia las conecta.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Sustituye cada tecnología por la que realmente aparece en tus archivos de dependencias. Evita atribuir funciones que no implementaste.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EJEMPLO</a:t>
            </a:r>
          </a:p>
          <a:p xmlns:a="http://schemas.openxmlformats.org/drawingml/2006/main">
            <a:r>
              <a:t>composer.lock</a:t>
            </a:r>
          </a:p>
          <a:p xmlns:a="http://schemas.openxmlformats.org/drawingml/2006/main">
            <a:r>
              <a:t>package-lock.json</a:t>
            </a:r>
          </a:p>
          <a:p xmlns:a="http://schemas.openxmlformats.org/drawingml/2006/main">
            <a:r>
              <a:t>vite.config.ts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Señala dos relaciones importantes: un producto pertenece a una categoría y una venta tiene varios ítems. Las líneas guardan copias del nombre y precio para preservar el historial.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Prepara un diagrama entidad-relación completo como anexo; en la exposición principal deja solo las entidades necesarias para explicar el flujo.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EJEMPLO</a:t>
            </a:r>
          </a:p>
          <a:p xmlns:a="http://schemas.openxmlformats.org/drawingml/2006/main">
            <a:r>
              <a:t>database/migrations/</a:t>
            </a:r>
          </a:p>
          <a:p xmlns:a="http://schemas.openxmlformats.org/drawingml/2006/main">
            <a:r>
              <a:t>app/Models/Product.php</a:t>
            </a:r>
          </a:p>
          <a:p xmlns:a="http://schemas.openxmlformats.org/drawingml/2006/main">
            <a:r>
              <a:t>app/Models/Inquiry.php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Da un ejemplo numérico simple: una compra suma unidades y una venta las descuenta. Explica que la cotización guardada permite reproducir un recibo antiguo.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Selecciona dos decisiones técnicas que resuelvan problemas reales de tu proyecto. Relaciona cada una con una evidencia del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EJEMPLO</a:t>
            </a:r>
          </a:p>
          <a:p xmlns:a="http://schemas.openxmlformats.org/drawingml/2006/main">
            <a:r>
              <a:t>app/Services/ExchangeRate.php</a:t>
            </a:r>
          </a:p>
          <a:p xmlns:a="http://schemas.openxmlformats.org/drawingml/2006/main">
            <a:r>
              <a:t>app/Services/InventoryLedger.php</a:t>
            </a:r>
          </a:p>
          <a:p xmlns:a="http://schemas.openxmlformats.org/drawingml/2006/main">
            <a:r>
              <a:t>app/Http/Controllers/Admin/SaleController.php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Muestra un control concreto y una prueba relacionada. Por ejemplo, el permiso sales.create y una prueba del kardex tras una venta. No digas que todo está seguro solo por usar Laravel.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Presenta pruebas ejecutadas y sus resultados reales el día de la defensa. Esta guía describe lo que existe en el repositorio; no sustituye una ejecución actual.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EJEMPLO</a:t>
            </a:r>
          </a:p>
          <a:p xmlns:a="http://schemas.openxmlformats.org/drawingml/2006/main">
            <a:r>
              <a:t>routes/admin.php</a:t>
            </a:r>
          </a:p>
          <a:p xmlns:a="http://schemas.openxmlformats.org/drawingml/2006/main">
            <a:r>
              <a:t>app/Http/Requests/Admin/StoreSaleRequest.php</a:t>
            </a:r>
          </a:p>
          <a:p xmlns:a="http://schemas.openxmlformats.org/drawingml/2006/main">
            <a:r>
              <a:t>tests/Feature/Admin/InventoryLedgerTest.php</a:t>
            </a:r>
          </a:p>
          <a:p xmlns:a="http://schemas.openxmlformats.org/drawingml/2006/main">
            <a:r>
              <a:t>.github/workflows/ci.yml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Distingue lo que corre en tu computadora de lo que está preparado para producción. Describe con honestidad los límites del proyecto y la siguiente mejora prioritaria.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Sustituye la infraestructura por tu instalación real. Si no desplegaste en internet, no lo presentes como sistema en 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DEL EJEMPLO</a:t>
            </a:r>
          </a:p>
          <a:p xmlns:a="http://schemas.openxmlformats.org/drawingml/2006/main">
            <a:r>
              <a:t>docker-compose.yml</a:t>
            </a:r>
          </a:p>
          <a:p xmlns:a="http://schemas.openxmlformats.org/drawingml/2006/main">
            <a:r>
              <a:t>DEPLOY.md</a:t>
            </a:r>
          </a:p>
          <a:p xmlns:a="http://schemas.openxmlformats.org/drawingml/2006/main">
            <a:r>
              <a:t>routes/web.php</a:t>
            </a:r>
          </a:p>
          <a:p xmlns:a="http://schemas.openxmlformats.org/drawingml/2006/main">
            <a:r>
              <a:t>SETUP_CATALOGO.md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Ensaya este recorrido con datos de prueba. Mantén abierta una sesión de cliente y otra de personal. Prepara un respaldo en capturas por si falla la conexión.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Elige una sola historia de usuario que recorra los módulos más importantes de tu sistema. No abras cada menú solo para demostrar que existe.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DECIR</a:t>
            </a:r>
          </a:p>
          <a:p xmlns:a="http://schemas.openxmlformats.org/drawingml/2006/main">
            <a:r>
              <a:t>Cierra recordando el problema y mostrando cómo el flujo principal lo resuelve. Después invita a las preguntas. Si preguntan por una función pendiente, aclara el estado actual y explica cómo la ampliarías.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CÓMO ADAPTARLO</a:t>
            </a:r>
          </a:p>
          <a:p xmlns:a="http://schemas.openxmlformats.org/drawingml/2006/main">
            <a:r>
              <a:t>Reescribe la conclusión con el aporte concreto de tu proyecto y una evidencia de la demostración. Evita prometer funciones futuras como si ya existieran.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94c72e69d46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6637e020b4e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5601b3f5942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29bdacdd14a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0851b536b4c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35d9a221b45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3084D8-CEB3-480C-8F5D-7CA6E0B354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B439DD-AAA4-4777-9E4E-DFF703EAEE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1A1969-67A0-4EA0-A586-0157840FC9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B82268-9C4D-4971-BED1-E481D2318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7D53E5-A4D4-4B22-A989-8BB2039AE3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D514A9-40DD-4295-9589-A1C99FDB5C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6853FB-08CE-4D5A-B0CA-1099C79FAB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419D61-BEBE-44E0-B93E-1DF41CE6E4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942185-4E71-49ED-BDE0-C392B5FADF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5D4637-7CCF-464B-A765-0AAFBE4F3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821e293254fc0" /><Relationship Type="http://schemas.openxmlformats.org/officeDocument/2006/relationships/slideLayout" Target="/ppt/slideLayouts/slideLayout1.xml" Id="R8b40eda814154074" /><Relationship Type="http://schemas.openxmlformats.org/officeDocument/2006/relationships/slideLayout" Target="/ppt/slideLayouts/slideLayout2.xml" Id="Rfd1546276dab4940" /><Relationship Type="http://schemas.openxmlformats.org/officeDocument/2006/relationships/slideLayout" Target="/ppt/slideLayouts/slideLayout3.xml" Id="R5aba44dc94c54eb8" /><Relationship Type="http://schemas.openxmlformats.org/officeDocument/2006/relationships/slideLayout" Target="/ppt/slideLayouts/slideLayout4.xml" Id="R6d5c20ccc78b4f8c" /><Relationship Type="http://schemas.openxmlformats.org/officeDocument/2006/relationships/slideLayout" Target="/ppt/slideLayouts/slideLayout5.xml" Id="R95e6dd90a2354436" /><Relationship Type="http://schemas.openxmlformats.org/officeDocument/2006/relationships/slideLayout" Target="/ppt/slideLayouts/slideLayout6.xml" Id="Recce53b58fe4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40eda814154074"/>
    <p:sldLayoutId xmlns:r="http://schemas.openxmlformats.org/officeDocument/2006/relationships" id="2147483650" r:id="Rfd1546276dab4940"/>
    <p:sldLayoutId xmlns:r="http://schemas.openxmlformats.org/officeDocument/2006/relationships" id="2147483651" r:id="R5aba44dc94c54eb8"/>
    <p:sldLayoutId xmlns:r="http://schemas.openxmlformats.org/officeDocument/2006/relationships" id="2147483652" r:id="R6d5c20ccc78b4f8c"/>
    <p:sldLayoutId xmlns:r="http://schemas.openxmlformats.org/officeDocument/2006/relationships" id="2147483653" r:id="R95e6dd90a2354436"/>
    <p:sldLayoutId xmlns:r="http://schemas.openxmlformats.org/officeDocument/2006/relationships" id="2147483654" r:id="Recce53b58fe4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3ff9fa5fc4a9d" /><Relationship Type="http://schemas.openxmlformats.org/officeDocument/2006/relationships/notesSlide" Target="/ppt/notesSlides/notesSlide1.xml" Id="R9dbaaa14b48549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8fc53016194e50" /><Relationship Type="http://schemas.openxmlformats.org/officeDocument/2006/relationships/notesSlide" Target="/ppt/notesSlides/notesSlide2.xml" Id="R7096f635216d4a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b5bbeeecea40d5" /><Relationship Type="http://schemas.openxmlformats.org/officeDocument/2006/relationships/notesSlide" Target="/ppt/notesSlides/notesSlide3.xml" Id="R0c7ee5a2188e44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058989ddf4126" /><Relationship Type="http://schemas.openxmlformats.org/officeDocument/2006/relationships/notesSlide" Target="/ppt/notesSlides/notesSlide4.xml" Id="R5d67c482285f46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23347dd25481b" /><Relationship Type="http://schemas.openxmlformats.org/officeDocument/2006/relationships/notesSlide" Target="/ppt/notesSlides/notesSlide5.xml" Id="Reb5a23c6135748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049bb69674d95" /><Relationship Type="http://schemas.openxmlformats.org/officeDocument/2006/relationships/notesSlide" Target="/ppt/notesSlides/notesSlide6.xml" Id="Rb2ca43efcfa74b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a59f107ca24df9" /><Relationship Type="http://schemas.openxmlformats.org/officeDocument/2006/relationships/notesSlide" Target="/ppt/notesSlides/notesSlide7.xml" Id="R3c95e9277dce4e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62773cbd374748" /><Relationship Type="http://schemas.openxmlformats.org/officeDocument/2006/relationships/notesSlide" Target="/ppt/notesSlides/notesSlide8.xml" Id="R33154cc1c8aa4f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0acbdfe4404964" /><Relationship Type="http://schemas.openxmlformats.org/officeDocument/2006/relationships/notesSlide" Target="/ppt/notesSlides/notesSlide9.xml" Id="R1dc34e103c7340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369991662482e" /><Relationship Type="http://schemas.openxmlformats.org/officeDocument/2006/relationships/notesSlide" Target="/ppt/notesSlides/notesSlide10.xml" Id="Rbd9055db43a941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b5cea21ff42f7" /><Relationship Type="http://schemas.openxmlformats.org/officeDocument/2006/relationships/notesSlide" Target="/ppt/notesSlides/notesSlide11.xml" Id="Re0068c8997ac49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a4a11896f42b1" /><Relationship Type="http://schemas.openxmlformats.org/officeDocument/2006/relationships/notesSlide" Target="/ppt/notesSlides/notesSlide12.xml" Id="R1850cf2eb60442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14741267c4e4e" /><Relationship Type="http://schemas.openxmlformats.org/officeDocument/2006/relationships/notesSlide" Target="/ppt/notesSlides/notesSlide13.xml" Id="Ree8f7e9a8abd44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FF14A-A624-4B3B-B677-872B5A82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933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125" b="1">
                <a:solidFill>
                  <a:srgbClr val="FFFFFF"/>
                </a:solidFill>
              </a:defRPr>
            </a:defPPr>
            <a:lvl1pPr algn="l">
              <a:defRPr sz="4125" b="1">
                <a:solidFill>
                  <a:srgbClr val="FFFFFF"/>
                </a:solidFill>
              </a:defRPr>
            </a:lvl1pPr>
            <a:lvl2pPr algn="l">
              <a:defRPr sz="4125" b="1">
                <a:solidFill>
                  <a:srgbClr val="FFFFFF"/>
                </a:solidFill>
              </a:defRPr>
            </a:lvl2pPr>
            <a:lvl3pPr algn="l">
              <a:defRPr sz="4125" b="1">
                <a:solidFill>
                  <a:srgbClr val="FFFFFF"/>
                </a:solidFill>
              </a:defRPr>
            </a:lvl3pPr>
            <a:lvl4pPr algn="l">
              <a:defRPr sz="4125" b="1">
                <a:solidFill>
                  <a:srgbClr val="FFFFFF"/>
                </a:solidFill>
              </a:defRPr>
            </a:lvl4pPr>
            <a:lvl5pPr algn="l">
              <a:defRPr sz="4125" b="1">
                <a:solidFill>
                  <a:srgbClr val="FFFFFF"/>
                </a:solidFill>
              </a:defRPr>
            </a:lvl5pPr>
            <a:lvl6pPr algn="l">
              <a:defRPr sz="4125" b="1">
                <a:solidFill>
                  <a:srgbClr val="FFFFFF"/>
                </a:solidFill>
              </a:defRPr>
            </a:lvl6pPr>
            <a:lvl7pPr algn="l">
              <a:defRPr sz="4125" b="1">
                <a:solidFill>
                  <a:srgbClr val="FFFFFF"/>
                </a:solidFill>
              </a:defRPr>
            </a:lvl7pPr>
            <a:lvl8pPr algn="l">
              <a:defRPr sz="4125" b="1">
                <a:solidFill>
                  <a:srgbClr val="FFFFFF"/>
                </a:solidFill>
              </a:defRPr>
            </a:lvl8pPr>
            <a:lvl9pPr algn="l">
              <a:defRPr sz="4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Guía para defender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una aplicación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557F9-5441-486D-994C-A0D63D7E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D5E9E7"/>
                </a:solidFill>
              </a:defRPr>
            </a:defPPr>
            <a:lvl1pPr algn="l">
              <a:defRPr sz="2025" b="0">
                <a:solidFill>
                  <a:srgbClr val="D5E9E7"/>
                </a:solidFill>
              </a:defRPr>
            </a:lvl1pPr>
            <a:lvl2pPr algn="l">
              <a:defRPr sz="2025" b="0">
                <a:solidFill>
                  <a:srgbClr val="D5E9E7"/>
                </a:solidFill>
              </a:defRPr>
            </a:lvl2pPr>
            <a:lvl3pPr algn="l">
              <a:defRPr sz="2025" b="0">
                <a:solidFill>
                  <a:srgbClr val="D5E9E7"/>
                </a:solidFill>
              </a:defRPr>
            </a:lvl3pPr>
            <a:lvl4pPr algn="l">
              <a:defRPr sz="2025" b="0">
                <a:solidFill>
                  <a:srgbClr val="D5E9E7"/>
                </a:solidFill>
              </a:defRPr>
            </a:lvl4pPr>
            <a:lvl5pPr algn="l">
              <a:defRPr sz="2025" b="0">
                <a:solidFill>
                  <a:srgbClr val="D5E9E7"/>
                </a:solidFill>
              </a:defRPr>
            </a:lvl5pPr>
            <a:lvl6pPr algn="l">
              <a:defRPr sz="2025" b="0">
                <a:solidFill>
                  <a:srgbClr val="D5E9E7"/>
                </a:solidFill>
              </a:defRPr>
            </a:lvl6pPr>
            <a:lvl7pPr algn="l">
              <a:defRPr sz="2025" b="0">
                <a:solidFill>
                  <a:srgbClr val="D5E9E7"/>
                </a:solidFill>
              </a:defRPr>
            </a:lvl7pPr>
            <a:lvl8pPr algn="l">
              <a:defRPr sz="2025" b="0">
                <a:solidFill>
                  <a:srgbClr val="D5E9E7"/>
                </a:solidFill>
              </a:defRPr>
            </a:lvl8pPr>
            <a:lvl9pPr algn="l">
              <a:defRPr sz="2025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5E9E7"/>
                </a:solidFill>
              </a:defRPr>
            </a:pPr>
            <a:r>
              <a:rPr sz="2025" b="0">
                <a:solidFill>
                  <a:srgbClr val="D5E9E7"/>
                </a:solidFill>
              </a:rPr>
              <a:t>Ejemplo: catálogo de productos y gestión comercial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8D5E4-04F5-42AA-B4CC-0D2F0E20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D6A545"/>
                </a:solidFill>
              </a:defRPr>
            </a:defPPr>
            <a:lvl1pPr algn="l">
              <a:defRPr sz="1425" b="0">
                <a:solidFill>
                  <a:srgbClr val="D6A545"/>
                </a:solidFill>
              </a:defRPr>
            </a:lvl1pPr>
            <a:lvl2pPr algn="l">
              <a:defRPr sz="1425" b="0">
                <a:solidFill>
                  <a:srgbClr val="D6A545"/>
                </a:solidFill>
              </a:defRPr>
            </a:lvl2pPr>
            <a:lvl3pPr algn="l">
              <a:defRPr sz="1425" b="0">
                <a:solidFill>
                  <a:srgbClr val="D6A545"/>
                </a:solidFill>
              </a:defRPr>
            </a:lvl3pPr>
            <a:lvl4pPr algn="l">
              <a:defRPr sz="1425" b="0">
                <a:solidFill>
                  <a:srgbClr val="D6A545"/>
                </a:solidFill>
              </a:defRPr>
            </a:lvl4pPr>
            <a:lvl5pPr algn="l">
              <a:defRPr sz="1425" b="0">
                <a:solidFill>
                  <a:srgbClr val="D6A545"/>
                </a:solidFill>
              </a:defRPr>
            </a:lvl5pPr>
            <a:lvl6pPr algn="l">
              <a:defRPr sz="1425" b="0">
                <a:solidFill>
                  <a:srgbClr val="D6A545"/>
                </a:solidFill>
              </a:defRPr>
            </a:lvl6pPr>
            <a:lvl7pPr algn="l">
              <a:defRPr sz="1425" b="0">
                <a:solidFill>
                  <a:srgbClr val="D6A545"/>
                </a:solidFill>
              </a:defRPr>
            </a:lvl7pPr>
            <a:lvl8pPr algn="l">
              <a:defRPr sz="1425" b="0">
                <a:solidFill>
                  <a:srgbClr val="D6A545"/>
                </a:solidFill>
              </a:defRPr>
            </a:lvl8pPr>
            <a:lvl9pPr algn="l">
              <a:defRPr sz="1425" b="0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6A545"/>
                </a:solidFill>
              </a:defRPr>
            </a:pPr>
            <a:r>
              <a:rPr sz="1425" b="0">
                <a:solidFill>
                  <a:srgbClr val="D6A545"/>
                </a:solidFill>
              </a:rPr>
              <a:t>Proyecto de grado  ·  Presentación modelo para estudiantes</a:t>
            </a:r>
          </a:p>
        </p:txBody>
      </p:sp>
    </p:spTree>
    <p:extLst>
      <p:ext uri="{BB962C8B-B14F-4D97-AF65-F5344CB8AC3E}">
        <p14:creationId xmlns:p14="http://schemas.microsoft.com/office/powerpoint/2010/main" val="1994820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82F7C-D2A2-4676-919C-97B89A49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17313C"/>
                </a:solidFill>
              </a:defRPr>
            </a:defPPr>
            <a:lvl1pPr algn="l">
              <a:defRPr sz="2925" b="1">
                <a:solidFill>
                  <a:srgbClr val="17313C"/>
                </a:solidFill>
              </a:defRPr>
            </a:lvl1pPr>
            <a:lvl2pPr algn="l">
              <a:defRPr sz="2925" b="1">
                <a:solidFill>
                  <a:srgbClr val="17313C"/>
                </a:solidFill>
              </a:defRPr>
            </a:lvl2pPr>
            <a:lvl3pPr algn="l">
              <a:defRPr sz="2925" b="1">
                <a:solidFill>
                  <a:srgbClr val="17313C"/>
                </a:solidFill>
              </a:defRPr>
            </a:lvl3pPr>
            <a:lvl4pPr algn="l">
              <a:defRPr sz="2925" b="1">
                <a:solidFill>
                  <a:srgbClr val="17313C"/>
                </a:solidFill>
              </a:defRPr>
            </a:lvl4pPr>
            <a:lvl5pPr algn="l">
              <a:defRPr sz="2925" b="1">
                <a:solidFill>
                  <a:srgbClr val="17313C"/>
                </a:solidFill>
              </a:defRPr>
            </a:lvl5pPr>
            <a:lvl6pPr algn="l">
              <a:defRPr sz="2925" b="1">
                <a:solidFill>
                  <a:srgbClr val="17313C"/>
                </a:solidFill>
              </a:defRPr>
            </a:lvl6pPr>
            <a:lvl7pPr algn="l">
              <a:defRPr sz="2925" b="1">
                <a:solidFill>
                  <a:srgbClr val="17313C"/>
                </a:solidFill>
              </a:defRPr>
            </a:lvl7pPr>
            <a:lvl8pPr algn="l">
              <a:defRPr sz="2925" b="1">
                <a:solidFill>
                  <a:srgbClr val="17313C"/>
                </a:solidFill>
              </a:defRPr>
            </a:lvl8pPr>
            <a:lvl9pPr algn="l">
              <a:defRPr sz="29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13C"/>
                </a:solidFill>
              </a:defRPr>
            </a:pPr>
            <a:r>
              <a:rPr sz="2925" b="1">
                <a:solidFill>
                  <a:srgbClr val="17313C"/>
                </a:solidFill>
              </a:rPr>
              <a:t>Problema y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F9C30-C5FA-4C9D-B1D6-BE09B069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587079"/>
                </a:solidFill>
              </a:defRPr>
            </a:defPPr>
            <a:lvl1pPr algn="r">
              <a:defRPr sz="1125" b="0">
                <a:solidFill>
                  <a:srgbClr val="587079"/>
                </a:solidFill>
              </a:defRPr>
            </a:lvl1pPr>
            <a:lvl2pPr algn="r">
              <a:defRPr sz="1125" b="0">
                <a:solidFill>
                  <a:srgbClr val="587079"/>
                </a:solidFill>
              </a:defRPr>
            </a:lvl2pPr>
            <a:lvl3pPr algn="r">
              <a:defRPr sz="1125" b="0">
                <a:solidFill>
                  <a:srgbClr val="587079"/>
                </a:solidFill>
              </a:defRPr>
            </a:lvl3pPr>
            <a:lvl4pPr algn="r">
              <a:defRPr sz="1125" b="0">
                <a:solidFill>
                  <a:srgbClr val="587079"/>
                </a:solidFill>
              </a:defRPr>
            </a:lvl4pPr>
            <a:lvl5pPr algn="r">
              <a:defRPr sz="1125" b="0">
                <a:solidFill>
                  <a:srgbClr val="587079"/>
                </a:solidFill>
              </a:defRPr>
            </a:lvl5pPr>
            <a:lvl6pPr algn="r">
              <a:defRPr sz="1125" b="0">
                <a:solidFill>
                  <a:srgbClr val="587079"/>
                </a:solidFill>
              </a:defRPr>
            </a:lvl6pPr>
            <a:lvl7pPr algn="r">
              <a:defRPr sz="1125" b="0">
                <a:solidFill>
                  <a:srgbClr val="587079"/>
                </a:solidFill>
              </a:defRPr>
            </a:lvl7pPr>
            <a:lvl8pPr algn="r">
              <a:defRPr sz="1125" b="0">
                <a:solidFill>
                  <a:srgbClr val="587079"/>
                </a:solidFill>
              </a:defRPr>
            </a:lvl8pPr>
            <a:lvl9pPr algn="r">
              <a:defRPr sz="112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7079"/>
                </a:solidFill>
              </a:defRPr>
            </a:pPr>
            <a:r>
              <a:rPr sz="1125" b="0">
                <a:solidFill>
                  <a:srgbClr val="587079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6CC1C-9C32-4C98-82BB-333C428A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087F86"/>
                </a:solidFill>
              </a:defRPr>
            </a:defPPr>
            <a:lvl1pPr algn="l">
              <a:defRPr sz="1725" b="1">
                <a:solidFill>
                  <a:srgbClr val="087F86"/>
                </a:solidFill>
              </a:defRPr>
            </a:lvl1pPr>
            <a:lvl2pPr algn="l">
              <a:defRPr sz="1725" b="1">
                <a:solidFill>
                  <a:srgbClr val="087F86"/>
                </a:solidFill>
              </a:defRPr>
            </a:lvl2pPr>
            <a:lvl3pPr algn="l">
              <a:defRPr sz="1725" b="1">
                <a:solidFill>
                  <a:srgbClr val="087F86"/>
                </a:solidFill>
              </a:defRPr>
            </a:lvl3pPr>
            <a:lvl4pPr algn="l">
              <a:defRPr sz="1725" b="1">
                <a:solidFill>
                  <a:srgbClr val="087F86"/>
                </a:solidFill>
              </a:defRPr>
            </a:lvl4pPr>
            <a:lvl5pPr algn="l">
              <a:defRPr sz="1725" b="1">
                <a:solidFill>
                  <a:srgbClr val="087F86"/>
                </a:solidFill>
              </a:defRPr>
            </a:lvl5pPr>
            <a:lvl6pPr algn="l">
              <a:defRPr sz="1725" b="1">
                <a:solidFill>
                  <a:srgbClr val="087F86"/>
                </a:solidFill>
              </a:defRPr>
            </a:lvl6pPr>
            <a:lvl7pPr algn="l">
              <a:defRPr sz="1725" b="1">
                <a:solidFill>
                  <a:srgbClr val="087F86"/>
                </a:solidFill>
              </a:defRPr>
            </a:lvl7pPr>
            <a:lvl8pPr algn="l">
              <a:defRPr sz="1725" b="1">
                <a:solidFill>
                  <a:srgbClr val="087F86"/>
                </a:solidFill>
              </a:defRPr>
            </a:lvl8pPr>
            <a:lvl9pPr algn="l">
              <a:defRPr sz="172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F86"/>
                </a:solidFill>
              </a:defRPr>
            </a:pPr>
            <a:r>
              <a:rPr sz="1725" b="1">
                <a:solidFill>
                  <a:srgbClr val="087F86"/>
                </a:solidFill>
              </a:rPr>
              <a:t>Ejemplo de situación inicial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8C081-DFAA-4855-A3A8-C8F35C67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667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17313C"/>
                </a:solidFill>
              </a:defRPr>
            </a:defPPr>
            <a:lvl1pPr algn="l">
              <a:defRPr sz="2100" b="0">
                <a:solidFill>
                  <a:srgbClr val="17313C"/>
                </a:solidFill>
              </a:defRPr>
            </a:lvl1pPr>
            <a:lvl2pPr algn="l">
              <a:defRPr sz="2100" b="0">
                <a:solidFill>
                  <a:srgbClr val="17313C"/>
                </a:solidFill>
              </a:defRPr>
            </a:lvl2pPr>
            <a:lvl3pPr algn="l">
              <a:defRPr sz="2100" b="0">
                <a:solidFill>
                  <a:srgbClr val="17313C"/>
                </a:solidFill>
              </a:defRPr>
            </a:lvl3pPr>
            <a:lvl4pPr algn="l">
              <a:defRPr sz="2100" b="0">
                <a:solidFill>
                  <a:srgbClr val="17313C"/>
                </a:solidFill>
              </a:defRPr>
            </a:lvl4pPr>
            <a:lvl5pPr algn="l">
              <a:defRPr sz="2100" b="0">
                <a:solidFill>
                  <a:srgbClr val="17313C"/>
                </a:solidFill>
              </a:defRPr>
            </a:lvl5pPr>
            <a:lvl6pPr algn="l">
              <a:defRPr sz="2100" b="0">
                <a:solidFill>
                  <a:srgbClr val="17313C"/>
                </a:solidFill>
              </a:defRPr>
            </a:lvl6pPr>
            <a:lvl7pPr algn="l">
              <a:defRPr sz="2100" b="0">
                <a:solidFill>
                  <a:srgbClr val="17313C"/>
                </a:solidFill>
              </a:defRPr>
            </a:lvl7pPr>
            <a:lvl8pPr algn="l">
              <a:defRPr sz="2100" b="0">
                <a:solidFill>
                  <a:srgbClr val="17313C"/>
                </a:solidFill>
              </a:defRPr>
            </a:lvl8pPr>
            <a:lvl9pPr algn="l">
              <a:defRPr sz="2100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313C"/>
                </a:solidFill>
              </a:defRPr>
            </a:pPr>
            <a:r>
              <a:rPr sz="2100" b="0">
                <a:solidFill>
                  <a:srgbClr val="17313C"/>
                </a:solidFill>
              </a:rPr>
              <a:t>El catálogo, las consultas y el stock se controlan en lugares distintos.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D7A99-B6E4-463C-B260-D33F1A72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087F86"/>
                </a:solidFill>
              </a:defRPr>
            </a:defPPr>
            <a:lvl1pPr algn="l">
              <a:defRPr sz="1725" b="1">
                <a:solidFill>
                  <a:srgbClr val="087F86"/>
                </a:solidFill>
              </a:defRPr>
            </a:lvl1pPr>
            <a:lvl2pPr algn="l">
              <a:defRPr sz="1725" b="1">
                <a:solidFill>
                  <a:srgbClr val="087F86"/>
                </a:solidFill>
              </a:defRPr>
            </a:lvl2pPr>
            <a:lvl3pPr algn="l">
              <a:defRPr sz="1725" b="1">
                <a:solidFill>
                  <a:srgbClr val="087F86"/>
                </a:solidFill>
              </a:defRPr>
            </a:lvl3pPr>
            <a:lvl4pPr algn="l">
              <a:defRPr sz="1725" b="1">
                <a:solidFill>
                  <a:srgbClr val="087F86"/>
                </a:solidFill>
              </a:defRPr>
            </a:lvl4pPr>
            <a:lvl5pPr algn="l">
              <a:defRPr sz="1725" b="1">
                <a:solidFill>
                  <a:srgbClr val="087F86"/>
                </a:solidFill>
              </a:defRPr>
            </a:lvl5pPr>
            <a:lvl6pPr algn="l">
              <a:defRPr sz="1725" b="1">
                <a:solidFill>
                  <a:srgbClr val="087F86"/>
                </a:solidFill>
              </a:defRPr>
            </a:lvl6pPr>
            <a:lvl7pPr algn="l">
              <a:defRPr sz="1725" b="1">
                <a:solidFill>
                  <a:srgbClr val="087F86"/>
                </a:solidFill>
              </a:defRPr>
            </a:lvl7pPr>
            <a:lvl8pPr algn="l">
              <a:defRPr sz="1725" b="1">
                <a:solidFill>
                  <a:srgbClr val="087F86"/>
                </a:solidFill>
              </a:defRPr>
            </a:lvl8pPr>
            <a:lvl9pPr algn="l">
              <a:defRPr sz="172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F86"/>
                </a:solidFill>
              </a:defRPr>
            </a:pPr>
            <a:r>
              <a:rPr sz="1725" b="1">
                <a:solidFill>
                  <a:srgbClr val="087F86"/>
                </a:solidFill>
              </a:rPr>
              <a:t>Objetivo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1EA83-C057-4E1C-A887-A589DCC6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17313C"/>
                </a:solidFill>
              </a:defRPr>
            </a:defPPr>
            <a:lvl1pPr algn="l">
              <a:defRPr sz="2100" b="0">
                <a:solidFill>
                  <a:srgbClr val="17313C"/>
                </a:solidFill>
              </a:defRPr>
            </a:lvl1pPr>
            <a:lvl2pPr algn="l">
              <a:defRPr sz="2100" b="0">
                <a:solidFill>
                  <a:srgbClr val="17313C"/>
                </a:solidFill>
              </a:defRPr>
            </a:lvl2pPr>
            <a:lvl3pPr algn="l">
              <a:defRPr sz="2100" b="0">
                <a:solidFill>
                  <a:srgbClr val="17313C"/>
                </a:solidFill>
              </a:defRPr>
            </a:lvl3pPr>
            <a:lvl4pPr algn="l">
              <a:defRPr sz="2100" b="0">
                <a:solidFill>
                  <a:srgbClr val="17313C"/>
                </a:solidFill>
              </a:defRPr>
            </a:lvl4pPr>
            <a:lvl5pPr algn="l">
              <a:defRPr sz="2100" b="0">
                <a:solidFill>
                  <a:srgbClr val="17313C"/>
                </a:solidFill>
              </a:defRPr>
            </a:lvl5pPr>
            <a:lvl6pPr algn="l">
              <a:defRPr sz="2100" b="0">
                <a:solidFill>
                  <a:srgbClr val="17313C"/>
                </a:solidFill>
              </a:defRPr>
            </a:lvl6pPr>
            <a:lvl7pPr algn="l">
              <a:defRPr sz="2100" b="0">
                <a:solidFill>
                  <a:srgbClr val="17313C"/>
                </a:solidFill>
              </a:defRPr>
            </a:lvl7pPr>
            <a:lvl8pPr algn="l">
              <a:defRPr sz="2100" b="0">
                <a:solidFill>
                  <a:srgbClr val="17313C"/>
                </a:solidFill>
              </a:defRPr>
            </a:lvl8pPr>
            <a:lvl9pPr algn="l">
              <a:defRPr sz="2100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313C"/>
                </a:solidFill>
              </a:defRPr>
            </a:pPr>
            <a:r>
              <a:rPr sz="2100" b="0">
                <a:solidFill>
                  <a:srgbClr val="17313C"/>
                </a:solidFill>
              </a:rPr>
              <a:t>Reunir la publicación de productos y la operación comercial en una sola aplicación.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E0C91-EF95-4450-82B4-8C9B3B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587079"/>
                </a:solidFill>
              </a:defRPr>
            </a:defPPr>
            <a:lvl1pPr algn="l">
              <a:defRPr sz="1875" b="0">
                <a:solidFill>
                  <a:srgbClr val="587079"/>
                </a:solidFill>
              </a:defRPr>
            </a:lvl1pPr>
            <a:lvl2pPr algn="l">
              <a:defRPr sz="1875" b="0">
                <a:solidFill>
                  <a:srgbClr val="587079"/>
                </a:solidFill>
              </a:defRPr>
            </a:lvl2pPr>
            <a:lvl3pPr algn="l">
              <a:defRPr sz="1875" b="0">
                <a:solidFill>
                  <a:srgbClr val="587079"/>
                </a:solidFill>
              </a:defRPr>
            </a:lvl3pPr>
            <a:lvl4pPr algn="l">
              <a:defRPr sz="1875" b="0">
                <a:solidFill>
                  <a:srgbClr val="587079"/>
                </a:solidFill>
              </a:defRPr>
            </a:lvl4pPr>
            <a:lvl5pPr algn="l">
              <a:defRPr sz="1875" b="0">
                <a:solidFill>
                  <a:srgbClr val="587079"/>
                </a:solidFill>
              </a:defRPr>
            </a:lvl5pPr>
            <a:lvl6pPr algn="l">
              <a:defRPr sz="1875" b="0">
                <a:solidFill>
                  <a:srgbClr val="587079"/>
                </a:solidFill>
              </a:defRPr>
            </a:lvl6pPr>
            <a:lvl7pPr algn="l">
              <a:defRPr sz="1875" b="0">
                <a:solidFill>
                  <a:srgbClr val="587079"/>
                </a:solidFill>
              </a:defRPr>
            </a:lvl7pPr>
            <a:lvl8pPr algn="l">
              <a:defRPr sz="1875" b="0">
                <a:solidFill>
                  <a:srgbClr val="587079"/>
                </a:solidFill>
              </a:defRPr>
            </a:lvl8pPr>
            <a:lvl9pPr algn="l">
              <a:defRPr sz="187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7079"/>
                </a:solidFill>
              </a:defRPr>
            </a:pPr>
            <a:r>
              <a:rPr sz="1875" b="0">
                <a:solidFill>
                  <a:srgbClr val="587079"/>
                </a:solidFill>
              </a:rPr>
              <a:t>Resultado esperado: información actualizada y trazabilidad de cada operación.</a:t>
            </a:r>
          </a:p>
        </p:txBody>
      </p:sp>
    </p:spTree>
    <p:extLst>
      <p:ext uri="{BB962C8B-B14F-4D97-AF65-F5344CB8AC3E}">
        <p14:creationId xmlns:p14="http://schemas.microsoft.com/office/powerpoint/2010/main" val="451518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6D94D-3600-4FBA-B2FD-02AD0A2D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17313C"/>
                </a:solidFill>
              </a:defRPr>
            </a:defPPr>
            <a:lvl1pPr algn="l">
              <a:defRPr sz="2925" b="1">
                <a:solidFill>
                  <a:srgbClr val="17313C"/>
                </a:solidFill>
              </a:defRPr>
            </a:lvl1pPr>
            <a:lvl2pPr algn="l">
              <a:defRPr sz="2925" b="1">
                <a:solidFill>
                  <a:srgbClr val="17313C"/>
                </a:solidFill>
              </a:defRPr>
            </a:lvl2pPr>
            <a:lvl3pPr algn="l">
              <a:defRPr sz="2925" b="1">
                <a:solidFill>
                  <a:srgbClr val="17313C"/>
                </a:solidFill>
              </a:defRPr>
            </a:lvl3pPr>
            <a:lvl4pPr algn="l">
              <a:defRPr sz="2925" b="1">
                <a:solidFill>
                  <a:srgbClr val="17313C"/>
                </a:solidFill>
              </a:defRPr>
            </a:lvl4pPr>
            <a:lvl5pPr algn="l">
              <a:defRPr sz="2925" b="1">
                <a:solidFill>
                  <a:srgbClr val="17313C"/>
                </a:solidFill>
              </a:defRPr>
            </a:lvl5pPr>
            <a:lvl6pPr algn="l">
              <a:defRPr sz="2925" b="1">
                <a:solidFill>
                  <a:srgbClr val="17313C"/>
                </a:solidFill>
              </a:defRPr>
            </a:lvl6pPr>
            <a:lvl7pPr algn="l">
              <a:defRPr sz="2925" b="1">
                <a:solidFill>
                  <a:srgbClr val="17313C"/>
                </a:solidFill>
              </a:defRPr>
            </a:lvl7pPr>
            <a:lvl8pPr algn="l">
              <a:defRPr sz="2925" b="1">
                <a:solidFill>
                  <a:srgbClr val="17313C"/>
                </a:solidFill>
              </a:defRPr>
            </a:lvl8pPr>
            <a:lvl9pPr algn="l">
              <a:defRPr sz="29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13C"/>
                </a:solidFill>
              </a:defRPr>
            </a:pPr>
            <a:r>
              <a:rPr sz="2925" b="1">
                <a:solidFill>
                  <a:srgbClr val="17313C"/>
                </a:solidFill>
              </a:rPr>
              <a:t>Usuarios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8F3C1-DA90-4D12-ADBC-F2F3D38E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587079"/>
                </a:solidFill>
              </a:defRPr>
            </a:defPPr>
            <a:lvl1pPr algn="r">
              <a:defRPr sz="1125" b="0">
                <a:solidFill>
                  <a:srgbClr val="587079"/>
                </a:solidFill>
              </a:defRPr>
            </a:lvl1pPr>
            <a:lvl2pPr algn="r">
              <a:defRPr sz="1125" b="0">
                <a:solidFill>
                  <a:srgbClr val="587079"/>
                </a:solidFill>
              </a:defRPr>
            </a:lvl2pPr>
            <a:lvl3pPr algn="r">
              <a:defRPr sz="1125" b="0">
                <a:solidFill>
                  <a:srgbClr val="587079"/>
                </a:solidFill>
              </a:defRPr>
            </a:lvl3pPr>
            <a:lvl4pPr algn="r">
              <a:defRPr sz="1125" b="0">
                <a:solidFill>
                  <a:srgbClr val="587079"/>
                </a:solidFill>
              </a:defRPr>
            </a:lvl4pPr>
            <a:lvl5pPr algn="r">
              <a:defRPr sz="1125" b="0">
                <a:solidFill>
                  <a:srgbClr val="587079"/>
                </a:solidFill>
              </a:defRPr>
            </a:lvl5pPr>
            <a:lvl6pPr algn="r">
              <a:defRPr sz="1125" b="0">
                <a:solidFill>
                  <a:srgbClr val="587079"/>
                </a:solidFill>
              </a:defRPr>
            </a:lvl6pPr>
            <a:lvl7pPr algn="r">
              <a:defRPr sz="1125" b="0">
                <a:solidFill>
                  <a:srgbClr val="587079"/>
                </a:solidFill>
              </a:defRPr>
            </a:lvl7pPr>
            <a:lvl8pPr algn="r">
              <a:defRPr sz="1125" b="0">
                <a:solidFill>
                  <a:srgbClr val="587079"/>
                </a:solidFill>
              </a:defRPr>
            </a:lvl8pPr>
            <a:lvl9pPr algn="r">
              <a:defRPr sz="112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7079"/>
                </a:solidFill>
              </a:defRPr>
            </a:pPr>
            <a:r>
              <a:rPr sz="1125" b="0">
                <a:solidFill>
                  <a:srgbClr val="587079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6049E-178A-46E1-8392-9E29318C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087F86"/>
                </a:solidFill>
              </a:defRPr>
            </a:defPPr>
            <a:lvl1pPr algn="l">
              <a:defRPr sz="2175" b="1">
                <a:solidFill>
                  <a:srgbClr val="087F86"/>
                </a:solidFill>
              </a:defRPr>
            </a:lvl1pPr>
            <a:lvl2pPr algn="l">
              <a:defRPr sz="2175" b="1">
                <a:solidFill>
                  <a:srgbClr val="087F86"/>
                </a:solidFill>
              </a:defRPr>
            </a:lvl2pPr>
            <a:lvl3pPr algn="l">
              <a:defRPr sz="2175" b="1">
                <a:solidFill>
                  <a:srgbClr val="087F86"/>
                </a:solidFill>
              </a:defRPr>
            </a:lvl3pPr>
            <a:lvl4pPr algn="l">
              <a:defRPr sz="2175" b="1">
                <a:solidFill>
                  <a:srgbClr val="087F86"/>
                </a:solidFill>
              </a:defRPr>
            </a:lvl4pPr>
            <a:lvl5pPr algn="l">
              <a:defRPr sz="2175" b="1">
                <a:solidFill>
                  <a:srgbClr val="087F86"/>
                </a:solidFill>
              </a:defRPr>
            </a:lvl5pPr>
            <a:lvl6pPr algn="l">
              <a:defRPr sz="2175" b="1">
                <a:solidFill>
                  <a:srgbClr val="087F86"/>
                </a:solidFill>
              </a:defRPr>
            </a:lvl6pPr>
            <a:lvl7pPr algn="l">
              <a:defRPr sz="2175" b="1">
                <a:solidFill>
                  <a:srgbClr val="087F86"/>
                </a:solidFill>
              </a:defRPr>
            </a:lvl7pPr>
            <a:lvl8pPr algn="l">
              <a:defRPr sz="2175" b="1">
                <a:solidFill>
                  <a:srgbClr val="087F86"/>
                </a:solidFill>
              </a:defRPr>
            </a:lvl8pPr>
            <a:lvl9pPr algn="l">
              <a:defRPr sz="217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6"/>
                </a:solidFill>
              </a:defRPr>
            </a:pPr>
            <a:r>
              <a:rPr sz="2175" b="1">
                <a:solidFill>
                  <a:srgbClr val="087F86"/>
                </a:solidFill>
              </a:rPr>
              <a:t>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1ED4B-D735-4163-A720-FE9A16FC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Consulta productos, usa el carrito y envía un pedido.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8B6D6-E585-497C-915C-1C98F16C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002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087F86"/>
                </a:solidFill>
              </a:defRPr>
            </a:defPPr>
            <a:lvl1pPr algn="l">
              <a:defRPr sz="2175" b="1">
                <a:solidFill>
                  <a:srgbClr val="087F86"/>
                </a:solidFill>
              </a:defRPr>
            </a:lvl1pPr>
            <a:lvl2pPr algn="l">
              <a:defRPr sz="2175" b="1">
                <a:solidFill>
                  <a:srgbClr val="087F86"/>
                </a:solidFill>
              </a:defRPr>
            </a:lvl2pPr>
            <a:lvl3pPr algn="l">
              <a:defRPr sz="2175" b="1">
                <a:solidFill>
                  <a:srgbClr val="087F86"/>
                </a:solidFill>
              </a:defRPr>
            </a:lvl3pPr>
            <a:lvl4pPr algn="l">
              <a:defRPr sz="2175" b="1">
                <a:solidFill>
                  <a:srgbClr val="087F86"/>
                </a:solidFill>
              </a:defRPr>
            </a:lvl4pPr>
            <a:lvl5pPr algn="l">
              <a:defRPr sz="2175" b="1">
                <a:solidFill>
                  <a:srgbClr val="087F86"/>
                </a:solidFill>
              </a:defRPr>
            </a:lvl5pPr>
            <a:lvl6pPr algn="l">
              <a:defRPr sz="2175" b="1">
                <a:solidFill>
                  <a:srgbClr val="087F86"/>
                </a:solidFill>
              </a:defRPr>
            </a:lvl6pPr>
            <a:lvl7pPr algn="l">
              <a:defRPr sz="2175" b="1">
                <a:solidFill>
                  <a:srgbClr val="087F86"/>
                </a:solidFill>
              </a:defRPr>
            </a:lvl7pPr>
            <a:lvl8pPr algn="l">
              <a:defRPr sz="2175" b="1">
                <a:solidFill>
                  <a:srgbClr val="087F86"/>
                </a:solidFill>
              </a:defRPr>
            </a:lvl8pPr>
            <a:lvl9pPr algn="l">
              <a:defRPr sz="217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6"/>
                </a:solidFill>
              </a:defRPr>
            </a:pPr>
            <a:r>
              <a:rPr sz="2175" b="1">
                <a:solidFill>
                  <a:srgbClr val="087F86"/>
                </a:solidFill>
              </a:rPr>
              <a:t>Personal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95BF5-2952-41F2-902B-26DC16BD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Atiende consultas, registra ventas y controla el inventario.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1FFE5-6718-48B5-B24F-7A048BE2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00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087F86"/>
                </a:solidFill>
              </a:defRPr>
            </a:defPPr>
            <a:lvl1pPr algn="l">
              <a:defRPr sz="2175" b="1">
                <a:solidFill>
                  <a:srgbClr val="087F86"/>
                </a:solidFill>
              </a:defRPr>
            </a:lvl1pPr>
            <a:lvl2pPr algn="l">
              <a:defRPr sz="2175" b="1">
                <a:solidFill>
                  <a:srgbClr val="087F86"/>
                </a:solidFill>
              </a:defRPr>
            </a:lvl2pPr>
            <a:lvl3pPr algn="l">
              <a:defRPr sz="2175" b="1">
                <a:solidFill>
                  <a:srgbClr val="087F86"/>
                </a:solidFill>
              </a:defRPr>
            </a:lvl3pPr>
            <a:lvl4pPr algn="l">
              <a:defRPr sz="2175" b="1">
                <a:solidFill>
                  <a:srgbClr val="087F86"/>
                </a:solidFill>
              </a:defRPr>
            </a:lvl4pPr>
            <a:lvl5pPr algn="l">
              <a:defRPr sz="2175" b="1">
                <a:solidFill>
                  <a:srgbClr val="087F86"/>
                </a:solidFill>
              </a:defRPr>
            </a:lvl5pPr>
            <a:lvl6pPr algn="l">
              <a:defRPr sz="2175" b="1">
                <a:solidFill>
                  <a:srgbClr val="087F86"/>
                </a:solidFill>
              </a:defRPr>
            </a:lvl6pPr>
            <a:lvl7pPr algn="l">
              <a:defRPr sz="2175" b="1">
                <a:solidFill>
                  <a:srgbClr val="087F86"/>
                </a:solidFill>
              </a:defRPr>
            </a:lvl7pPr>
            <a:lvl8pPr algn="l">
              <a:defRPr sz="2175" b="1">
                <a:solidFill>
                  <a:srgbClr val="087F86"/>
                </a:solidFill>
              </a:defRPr>
            </a:lvl8pPr>
            <a:lvl9pPr algn="l">
              <a:defRPr sz="217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F86"/>
                </a:solidFill>
              </a:defRPr>
            </a:pPr>
            <a:r>
              <a:rPr sz="2175" b="1">
                <a:solidFill>
                  <a:srgbClr val="087F86"/>
                </a:solidFill>
              </a:rPr>
              <a:t>Propietario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168F7-18FD-4520-9AA7-64C61A0F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Configura usuarios, permisos, reportes y copias de seguridad.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A0ED8-64D2-4470-8349-6E3CA45D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587079"/>
                </a:solidFill>
              </a:defRPr>
            </a:defPPr>
            <a:lvl1pPr algn="l">
              <a:defRPr sz="1875" b="0">
                <a:solidFill>
                  <a:srgbClr val="587079"/>
                </a:solidFill>
              </a:defRPr>
            </a:lvl1pPr>
            <a:lvl2pPr algn="l">
              <a:defRPr sz="1875" b="0">
                <a:solidFill>
                  <a:srgbClr val="587079"/>
                </a:solidFill>
              </a:defRPr>
            </a:lvl2pPr>
            <a:lvl3pPr algn="l">
              <a:defRPr sz="1875" b="0">
                <a:solidFill>
                  <a:srgbClr val="587079"/>
                </a:solidFill>
              </a:defRPr>
            </a:lvl3pPr>
            <a:lvl4pPr algn="l">
              <a:defRPr sz="1875" b="0">
                <a:solidFill>
                  <a:srgbClr val="587079"/>
                </a:solidFill>
              </a:defRPr>
            </a:lvl4pPr>
            <a:lvl5pPr algn="l">
              <a:defRPr sz="1875" b="0">
                <a:solidFill>
                  <a:srgbClr val="587079"/>
                </a:solidFill>
              </a:defRPr>
            </a:lvl5pPr>
            <a:lvl6pPr algn="l">
              <a:defRPr sz="1875" b="0">
                <a:solidFill>
                  <a:srgbClr val="587079"/>
                </a:solidFill>
              </a:defRPr>
            </a:lvl6pPr>
            <a:lvl7pPr algn="l">
              <a:defRPr sz="1875" b="0">
                <a:solidFill>
                  <a:srgbClr val="587079"/>
                </a:solidFill>
              </a:defRPr>
            </a:lvl7pPr>
            <a:lvl8pPr algn="l">
              <a:defRPr sz="1875" b="0">
                <a:solidFill>
                  <a:srgbClr val="587079"/>
                </a:solidFill>
              </a:defRPr>
            </a:lvl8pPr>
            <a:lvl9pPr algn="l">
              <a:defRPr sz="187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87079"/>
                </a:solidFill>
              </a:defRPr>
            </a:pPr>
            <a:r>
              <a:rPr sz="1875" b="0">
                <a:solidFill>
                  <a:srgbClr val="587079"/>
                </a:solidFill>
              </a:rPr>
              <a:t>El pedido web queda pendiente hasta que el personal confirma la venta.</a:t>
            </a:r>
          </a:p>
        </p:txBody>
      </p:sp>
    </p:spTree>
    <p:extLst>
      <p:ext uri="{BB962C8B-B14F-4D97-AF65-F5344CB8AC3E}">
        <p14:creationId xmlns:p14="http://schemas.microsoft.com/office/powerpoint/2010/main" val="91421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A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D872F-571A-421F-8D25-DA153E57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</a:defRPr>
            </a:defPPr>
            <a:lvl1pPr algn="l">
              <a:defRPr sz="2925" b="1">
                <a:solidFill>
                  <a:srgbClr val="FFFFFF"/>
                </a:solidFill>
              </a:defRPr>
            </a:lvl1pPr>
            <a:lvl2pPr algn="l">
              <a:defRPr sz="2925" b="1">
                <a:solidFill>
                  <a:srgbClr val="FFFFFF"/>
                </a:solidFill>
              </a:defRPr>
            </a:lvl2pPr>
            <a:lvl3pPr algn="l">
              <a:defRPr sz="2925" b="1">
                <a:solidFill>
                  <a:srgbClr val="FFFFFF"/>
                </a:solidFill>
              </a:defRPr>
            </a:lvl3pPr>
            <a:lvl4pPr algn="l">
              <a:defRPr sz="2925" b="1">
                <a:solidFill>
                  <a:srgbClr val="FFFFFF"/>
                </a:solidFill>
              </a:defRPr>
            </a:lvl4pPr>
            <a:lvl5pPr algn="l">
              <a:defRPr sz="2925" b="1">
                <a:solidFill>
                  <a:srgbClr val="FFFFFF"/>
                </a:solidFill>
              </a:defRPr>
            </a:lvl5pPr>
            <a:lvl6pPr algn="l">
              <a:defRPr sz="2925" b="1">
                <a:solidFill>
                  <a:srgbClr val="FFFFFF"/>
                </a:solidFill>
              </a:defRPr>
            </a:lvl6pPr>
            <a:lvl7pPr algn="l">
              <a:defRPr sz="2925" b="1">
                <a:solidFill>
                  <a:srgbClr val="FFFFFF"/>
                </a:solidFill>
              </a:defRPr>
            </a:lvl7pPr>
            <a:lvl8pPr algn="l">
              <a:defRPr sz="2925" b="1">
                <a:solidFill>
                  <a:srgbClr val="FFFFFF"/>
                </a:solidFill>
              </a:defRPr>
            </a:lvl8pPr>
            <a:lvl9pPr algn="l">
              <a:defRPr sz="29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Recorrido del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5B811-0E06-4210-8F58-6B12799B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D5E9E7"/>
                </a:solidFill>
              </a:defRPr>
            </a:defPPr>
            <a:lvl1pPr algn="r">
              <a:defRPr sz="1125" b="0">
                <a:solidFill>
                  <a:srgbClr val="D5E9E7"/>
                </a:solidFill>
              </a:defRPr>
            </a:lvl1pPr>
            <a:lvl2pPr algn="r">
              <a:defRPr sz="1125" b="0">
                <a:solidFill>
                  <a:srgbClr val="D5E9E7"/>
                </a:solidFill>
              </a:defRPr>
            </a:lvl2pPr>
            <a:lvl3pPr algn="r">
              <a:defRPr sz="1125" b="0">
                <a:solidFill>
                  <a:srgbClr val="D5E9E7"/>
                </a:solidFill>
              </a:defRPr>
            </a:lvl3pPr>
            <a:lvl4pPr algn="r">
              <a:defRPr sz="1125" b="0">
                <a:solidFill>
                  <a:srgbClr val="D5E9E7"/>
                </a:solidFill>
              </a:defRPr>
            </a:lvl4pPr>
            <a:lvl5pPr algn="r">
              <a:defRPr sz="1125" b="0">
                <a:solidFill>
                  <a:srgbClr val="D5E9E7"/>
                </a:solidFill>
              </a:defRPr>
            </a:lvl5pPr>
            <a:lvl6pPr algn="r">
              <a:defRPr sz="1125" b="0">
                <a:solidFill>
                  <a:srgbClr val="D5E9E7"/>
                </a:solidFill>
              </a:defRPr>
            </a:lvl6pPr>
            <a:lvl7pPr algn="r">
              <a:defRPr sz="1125" b="0">
                <a:solidFill>
                  <a:srgbClr val="D5E9E7"/>
                </a:solidFill>
              </a:defRPr>
            </a:lvl7pPr>
            <a:lvl8pPr algn="r">
              <a:defRPr sz="1125" b="0">
                <a:solidFill>
                  <a:srgbClr val="D5E9E7"/>
                </a:solidFill>
              </a:defRPr>
            </a:lvl8pPr>
            <a:lvl9pPr algn="r">
              <a:defRPr sz="1125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D5E9E7"/>
                </a:solidFill>
              </a:defRPr>
            </a:pPr>
            <a:r>
              <a:rPr sz="1125" b="0">
                <a:solidFill>
                  <a:srgbClr val="D5E9E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611B5-1046-4F02-9771-0257DF85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904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D6A545"/>
                </a:solidFill>
              </a:defRPr>
            </a:defPPr>
            <a:lvl1pPr algn="l">
              <a:defRPr sz="2550" b="1">
                <a:solidFill>
                  <a:srgbClr val="D6A545"/>
                </a:solidFill>
              </a:defRPr>
            </a:lvl1pPr>
            <a:lvl2pPr algn="l">
              <a:defRPr sz="2550" b="1">
                <a:solidFill>
                  <a:srgbClr val="D6A545"/>
                </a:solidFill>
              </a:defRPr>
            </a:lvl2pPr>
            <a:lvl3pPr algn="l">
              <a:defRPr sz="2550" b="1">
                <a:solidFill>
                  <a:srgbClr val="D6A545"/>
                </a:solidFill>
              </a:defRPr>
            </a:lvl3pPr>
            <a:lvl4pPr algn="l">
              <a:defRPr sz="2550" b="1">
                <a:solidFill>
                  <a:srgbClr val="D6A545"/>
                </a:solidFill>
              </a:defRPr>
            </a:lvl4pPr>
            <a:lvl5pPr algn="l">
              <a:defRPr sz="2550" b="1">
                <a:solidFill>
                  <a:srgbClr val="D6A545"/>
                </a:solidFill>
              </a:defRPr>
            </a:lvl5pPr>
            <a:lvl6pPr algn="l">
              <a:defRPr sz="2550" b="1">
                <a:solidFill>
                  <a:srgbClr val="D6A545"/>
                </a:solidFill>
              </a:defRPr>
            </a:lvl6pPr>
            <a:lvl7pPr algn="l">
              <a:defRPr sz="2550" b="1">
                <a:solidFill>
                  <a:srgbClr val="D6A545"/>
                </a:solidFill>
              </a:defRPr>
            </a:lvl7pPr>
            <a:lvl8pPr algn="l">
              <a:defRPr sz="2550" b="1">
                <a:solidFill>
                  <a:srgbClr val="D6A545"/>
                </a:solidFill>
              </a:defRPr>
            </a:lvl8pPr>
            <a:lvl9pPr algn="l">
              <a:defRPr sz="2550" b="1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6A545"/>
                </a:solidFill>
              </a:defRPr>
            </a:pPr>
            <a:r>
              <a:rPr sz="2550" b="1">
                <a:solidFill>
                  <a:srgbClr val="D6A54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6637D-4CA6-47B3-A6D7-D85AAB21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  <a:lvl1pPr algn="l">
              <a:defRPr sz="2100" b="1">
                <a:solidFill>
                  <a:srgbClr val="FFFFFF"/>
                </a:solidFill>
              </a:defRPr>
            </a:lvl1pPr>
            <a:lvl2pPr algn="l">
              <a:defRPr sz="2100" b="1">
                <a:solidFill>
                  <a:srgbClr val="FFFFFF"/>
                </a:solidFill>
              </a:defRPr>
            </a:lvl2pPr>
            <a:lvl3pPr algn="l">
              <a:defRPr sz="2100" b="1">
                <a:solidFill>
                  <a:srgbClr val="FFFFFF"/>
                </a:solidFill>
              </a:defRPr>
            </a:lvl3pPr>
            <a:lvl4pPr algn="l">
              <a:defRPr sz="2100" b="1">
                <a:solidFill>
                  <a:srgbClr val="FFFFFF"/>
                </a:solidFill>
              </a:defRPr>
            </a:lvl4pPr>
            <a:lvl5pPr algn="l">
              <a:defRPr sz="2100" b="1">
                <a:solidFill>
                  <a:srgbClr val="FFFFFF"/>
                </a:solidFill>
              </a:defRPr>
            </a:lvl5pPr>
            <a:lvl6pPr algn="l">
              <a:defRPr sz="2100" b="1">
                <a:solidFill>
                  <a:srgbClr val="FFFFFF"/>
                </a:solidFill>
              </a:defRPr>
            </a:lvl6pPr>
            <a:lvl7pPr algn="l">
              <a:defRPr sz="2100" b="1">
                <a:solidFill>
                  <a:srgbClr val="FFFFFF"/>
                </a:solidFill>
              </a:defRPr>
            </a:lvl7pPr>
            <a:lvl8pPr algn="l">
              <a:defRPr sz="2100" b="1">
                <a:solidFill>
                  <a:srgbClr val="FFFFFF"/>
                </a:solidFill>
              </a:defRPr>
            </a:lvl8pPr>
            <a:lvl9pPr algn="l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Explora el catálogo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C3713-181C-49E8-8449-950D24B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D5E9E7"/>
                </a:solidFill>
              </a:defRPr>
            </a:defPPr>
            <a:lvl1pPr algn="l">
              <a:defRPr sz="1800" b="0">
                <a:solidFill>
                  <a:srgbClr val="D5E9E7"/>
                </a:solidFill>
              </a:defRPr>
            </a:lvl1pPr>
            <a:lvl2pPr algn="l">
              <a:defRPr sz="1800" b="0">
                <a:solidFill>
                  <a:srgbClr val="D5E9E7"/>
                </a:solidFill>
              </a:defRPr>
            </a:lvl2pPr>
            <a:lvl3pPr algn="l">
              <a:defRPr sz="1800" b="0">
                <a:solidFill>
                  <a:srgbClr val="D5E9E7"/>
                </a:solidFill>
              </a:defRPr>
            </a:lvl3pPr>
            <a:lvl4pPr algn="l">
              <a:defRPr sz="1800" b="0">
                <a:solidFill>
                  <a:srgbClr val="D5E9E7"/>
                </a:solidFill>
              </a:defRPr>
            </a:lvl4pPr>
            <a:lvl5pPr algn="l">
              <a:defRPr sz="1800" b="0">
                <a:solidFill>
                  <a:srgbClr val="D5E9E7"/>
                </a:solidFill>
              </a:defRPr>
            </a:lvl5pPr>
            <a:lvl6pPr algn="l">
              <a:defRPr sz="1800" b="0">
                <a:solidFill>
                  <a:srgbClr val="D5E9E7"/>
                </a:solidFill>
              </a:defRPr>
            </a:lvl6pPr>
            <a:lvl7pPr algn="l">
              <a:defRPr sz="1800" b="0">
                <a:solidFill>
                  <a:srgbClr val="D5E9E7"/>
                </a:solidFill>
              </a:defRPr>
            </a:lvl7pPr>
            <a:lvl8pPr algn="l">
              <a:defRPr sz="1800" b="0">
                <a:solidFill>
                  <a:srgbClr val="D5E9E7"/>
                </a:solidFill>
              </a:defRPr>
            </a:lvl8pPr>
            <a:lvl9pPr algn="l">
              <a:defRPr sz="1800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5E9E7"/>
                </a:solidFill>
              </a:defRPr>
            </a:pPr>
            <a:r>
              <a:rPr sz="1800" b="0">
                <a:solidFill>
                  <a:srgbClr val="D5E9E7"/>
                </a:solidFill>
              </a:rPr>
              <a:t>Busca y filtra productos.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EF74D-3187-4596-A0AF-5E9F488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904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D6A545"/>
                </a:solidFill>
              </a:defRPr>
            </a:defPPr>
            <a:lvl1pPr algn="l">
              <a:defRPr sz="2550" b="1">
                <a:solidFill>
                  <a:srgbClr val="D6A545"/>
                </a:solidFill>
              </a:defRPr>
            </a:lvl1pPr>
            <a:lvl2pPr algn="l">
              <a:defRPr sz="2550" b="1">
                <a:solidFill>
                  <a:srgbClr val="D6A545"/>
                </a:solidFill>
              </a:defRPr>
            </a:lvl2pPr>
            <a:lvl3pPr algn="l">
              <a:defRPr sz="2550" b="1">
                <a:solidFill>
                  <a:srgbClr val="D6A545"/>
                </a:solidFill>
              </a:defRPr>
            </a:lvl3pPr>
            <a:lvl4pPr algn="l">
              <a:defRPr sz="2550" b="1">
                <a:solidFill>
                  <a:srgbClr val="D6A545"/>
                </a:solidFill>
              </a:defRPr>
            </a:lvl4pPr>
            <a:lvl5pPr algn="l">
              <a:defRPr sz="2550" b="1">
                <a:solidFill>
                  <a:srgbClr val="D6A545"/>
                </a:solidFill>
              </a:defRPr>
            </a:lvl5pPr>
            <a:lvl6pPr algn="l">
              <a:defRPr sz="2550" b="1">
                <a:solidFill>
                  <a:srgbClr val="D6A545"/>
                </a:solidFill>
              </a:defRPr>
            </a:lvl6pPr>
            <a:lvl7pPr algn="l">
              <a:defRPr sz="2550" b="1">
                <a:solidFill>
                  <a:srgbClr val="D6A545"/>
                </a:solidFill>
              </a:defRPr>
            </a:lvl7pPr>
            <a:lvl8pPr algn="l">
              <a:defRPr sz="2550" b="1">
                <a:solidFill>
                  <a:srgbClr val="D6A545"/>
                </a:solidFill>
              </a:defRPr>
            </a:lvl8pPr>
            <a:lvl9pPr algn="l">
              <a:defRPr sz="2550" b="1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6A545"/>
                </a:solidFill>
              </a:defRPr>
            </a:pPr>
            <a:r>
              <a:rPr sz="2550" b="1">
                <a:solidFill>
                  <a:srgbClr val="D6A54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ED4F0-6CD9-46A7-A0E0-0273DE8A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622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  <a:lvl1pPr algn="l">
              <a:defRPr sz="2100" b="1">
                <a:solidFill>
                  <a:srgbClr val="FFFFFF"/>
                </a:solidFill>
              </a:defRPr>
            </a:lvl1pPr>
            <a:lvl2pPr algn="l">
              <a:defRPr sz="2100" b="1">
                <a:solidFill>
                  <a:srgbClr val="FFFFFF"/>
                </a:solidFill>
              </a:defRPr>
            </a:lvl2pPr>
            <a:lvl3pPr algn="l">
              <a:defRPr sz="2100" b="1">
                <a:solidFill>
                  <a:srgbClr val="FFFFFF"/>
                </a:solidFill>
              </a:defRPr>
            </a:lvl3pPr>
            <a:lvl4pPr algn="l">
              <a:defRPr sz="2100" b="1">
                <a:solidFill>
                  <a:srgbClr val="FFFFFF"/>
                </a:solidFill>
              </a:defRPr>
            </a:lvl4pPr>
            <a:lvl5pPr algn="l">
              <a:defRPr sz="2100" b="1">
                <a:solidFill>
                  <a:srgbClr val="FFFFFF"/>
                </a:solidFill>
              </a:defRPr>
            </a:lvl5pPr>
            <a:lvl6pPr algn="l">
              <a:defRPr sz="2100" b="1">
                <a:solidFill>
                  <a:srgbClr val="FFFFFF"/>
                </a:solidFill>
              </a:defRPr>
            </a:lvl6pPr>
            <a:lvl7pPr algn="l">
              <a:defRPr sz="2100" b="1">
                <a:solidFill>
                  <a:srgbClr val="FFFFFF"/>
                </a:solidFill>
              </a:defRPr>
            </a:lvl7pPr>
            <a:lvl8pPr algn="l">
              <a:defRPr sz="2100" b="1">
                <a:solidFill>
                  <a:srgbClr val="FFFFFF"/>
                </a:solidFill>
              </a:defRPr>
            </a:lvl8pPr>
            <a:lvl9pPr algn="l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Prepara el carrito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CCE63-B4B4-4A65-BA1B-6AB5F867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D5E9E7"/>
                </a:solidFill>
              </a:defRPr>
            </a:defPPr>
            <a:lvl1pPr algn="l">
              <a:defRPr sz="1800" b="0">
                <a:solidFill>
                  <a:srgbClr val="D5E9E7"/>
                </a:solidFill>
              </a:defRPr>
            </a:lvl1pPr>
            <a:lvl2pPr algn="l">
              <a:defRPr sz="1800" b="0">
                <a:solidFill>
                  <a:srgbClr val="D5E9E7"/>
                </a:solidFill>
              </a:defRPr>
            </a:lvl2pPr>
            <a:lvl3pPr algn="l">
              <a:defRPr sz="1800" b="0">
                <a:solidFill>
                  <a:srgbClr val="D5E9E7"/>
                </a:solidFill>
              </a:defRPr>
            </a:lvl3pPr>
            <a:lvl4pPr algn="l">
              <a:defRPr sz="1800" b="0">
                <a:solidFill>
                  <a:srgbClr val="D5E9E7"/>
                </a:solidFill>
              </a:defRPr>
            </a:lvl4pPr>
            <a:lvl5pPr algn="l">
              <a:defRPr sz="1800" b="0">
                <a:solidFill>
                  <a:srgbClr val="D5E9E7"/>
                </a:solidFill>
              </a:defRPr>
            </a:lvl5pPr>
            <a:lvl6pPr algn="l">
              <a:defRPr sz="1800" b="0">
                <a:solidFill>
                  <a:srgbClr val="D5E9E7"/>
                </a:solidFill>
              </a:defRPr>
            </a:lvl6pPr>
            <a:lvl7pPr algn="l">
              <a:defRPr sz="1800" b="0">
                <a:solidFill>
                  <a:srgbClr val="D5E9E7"/>
                </a:solidFill>
              </a:defRPr>
            </a:lvl7pPr>
            <a:lvl8pPr algn="l">
              <a:defRPr sz="1800" b="0">
                <a:solidFill>
                  <a:srgbClr val="D5E9E7"/>
                </a:solidFill>
              </a:defRPr>
            </a:lvl8pPr>
            <a:lvl9pPr algn="l">
              <a:defRPr sz="1800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5E9E7"/>
                </a:solidFill>
              </a:defRPr>
            </a:pPr>
            <a:r>
              <a:rPr sz="1800" b="0">
                <a:solidFill>
                  <a:srgbClr val="D5E9E7"/>
                </a:solidFill>
              </a:rPr>
              <a:t>Selecciona cantidades.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1F1F2-C572-4BCA-ACFA-3A30B917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904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D6A545"/>
                </a:solidFill>
              </a:defRPr>
            </a:defPPr>
            <a:lvl1pPr algn="l">
              <a:defRPr sz="2550" b="1">
                <a:solidFill>
                  <a:srgbClr val="D6A545"/>
                </a:solidFill>
              </a:defRPr>
            </a:lvl1pPr>
            <a:lvl2pPr algn="l">
              <a:defRPr sz="2550" b="1">
                <a:solidFill>
                  <a:srgbClr val="D6A545"/>
                </a:solidFill>
              </a:defRPr>
            </a:lvl2pPr>
            <a:lvl3pPr algn="l">
              <a:defRPr sz="2550" b="1">
                <a:solidFill>
                  <a:srgbClr val="D6A545"/>
                </a:solidFill>
              </a:defRPr>
            </a:lvl3pPr>
            <a:lvl4pPr algn="l">
              <a:defRPr sz="2550" b="1">
                <a:solidFill>
                  <a:srgbClr val="D6A545"/>
                </a:solidFill>
              </a:defRPr>
            </a:lvl4pPr>
            <a:lvl5pPr algn="l">
              <a:defRPr sz="2550" b="1">
                <a:solidFill>
                  <a:srgbClr val="D6A545"/>
                </a:solidFill>
              </a:defRPr>
            </a:lvl5pPr>
            <a:lvl6pPr algn="l">
              <a:defRPr sz="2550" b="1">
                <a:solidFill>
                  <a:srgbClr val="D6A545"/>
                </a:solidFill>
              </a:defRPr>
            </a:lvl6pPr>
            <a:lvl7pPr algn="l">
              <a:defRPr sz="2550" b="1">
                <a:solidFill>
                  <a:srgbClr val="D6A545"/>
                </a:solidFill>
              </a:defRPr>
            </a:lvl7pPr>
            <a:lvl8pPr algn="l">
              <a:defRPr sz="2550" b="1">
                <a:solidFill>
                  <a:srgbClr val="D6A545"/>
                </a:solidFill>
              </a:defRPr>
            </a:lvl8pPr>
            <a:lvl9pPr algn="l">
              <a:defRPr sz="2550" b="1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6A545"/>
                </a:solidFill>
              </a:defRPr>
            </a:pPr>
            <a:r>
              <a:rPr sz="2550" b="1">
                <a:solidFill>
                  <a:srgbClr val="D6A54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2F3C0-EE34-4CFF-9309-2853CBC1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480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  <a:lvl1pPr algn="l">
              <a:defRPr sz="2100" b="1">
                <a:solidFill>
                  <a:srgbClr val="FFFFFF"/>
                </a:solidFill>
              </a:defRPr>
            </a:lvl1pPr>
            <a:lvl2pPr algn="l">
              <a:defRPr sz="2100" b="1">
                <a:solidFill>
                  <a:srgbClr val="FFFFFF"/>
                </a:solidFill>
              </a:defRPr>
            </a:lvl2pPr>
            <a:lvl3pPr algn="l">
              <a:defRPr sz="2100" b="1">
                <a:solidFill>
                  <a:srgbClr val="FFFFFF"/>
                </a:solidFill>
              </a:defRPr>
            </a:lvl3pPr>
            <a:lvl4pPr algn="l">
              <a:defRPr sz="2100" b="1">
                <a:solidFill>
                  <a:srgbClr val="FFFFFF"/>
                </a:solidFill>
              </a:defRPr>
            </a:lvl4pPr>
            <a:lvl5pPr algn="l">
              <a:defRPr sz="2100" b="1">
                <a:solidFill>
                  <a:srgbClr val="FFFFFF"/>
                </a:solidFill>
              </a:defRPr>
            </a:lvl5pPr>
            <a:lvl6pPr algn="l">
              <a:defRPr sz="2100" b="1">
                <a:solidFill>
                  <a:srgbClr val="FFFFFF"/>
                </a:solidFill>
              </a:defRPr>
            </a:lvl6pPr>
            <a:lvl7pPr algn="l">
              <a:defRPr sz="2100" b="1">
                <a:solidFill>
                  <a:srgbClr val="FFFFFF"/>
                </a:solidFill>
              </a:defRPr>
            </a:lvl7pPr>
            <a:lvl8pPr algn="l">
              <a:defRPr sz="2100" b="1">
                <a:solidFill>
                  <a:srgbClr val="FFFFFF"/>
                </a:solidFill>
              </a:defRPr>
            </a:lvl8pPr>
            <a:lvl9pPr algn="l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Confirma sus datos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460D1-A76E-460E-AB17-80F27C71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D5E9E7"/>
                </a:solidFill>
              </a:defRPr>
            </a:defPPr>
            <a:lvl1pPr algn="l">
              <a:defRPr sz="1800" b="0">
                <a:solidFill>
                  <a:srgbClr val="D5E9E7"/>
                </a:solidFill>
              </a:defRPr>
            </a:lvl1pPr>
            <a:lvl2pPr algn="l">
              <a:defRPr sz="1800" b="0">
                <a:solidFill>
                  <a:srgbClr val="D5E9E7"/>
                </a:solidFill>
              </a:defRPr>
            </a:lvl2pPr>
            <a:lvl3pPr algn="l">
              <a:defRPr sz="1800" b="0">
                <a:solidFill>
                  <a:srgbClr val="D5E9E7"/>
                </a:solidFill>
              </a:defRPr>
            </a:lvl3pPr>
            <a:lvl4pPr algn="l">
              <a:defRPr sz="1800" b="0">
                <a:solidFill>
                  <a:srgbClr val="D5E9E7"/>
                </a:solidFill>
              </a:defRPr>
            </a:lvl4pPr>
            <a:lvl5pPr algn="l">
              <a:defRPr sz="1800" b="0">
                <a:solidFill>
                  <a:srgbClr val="D5E9E7"/>
                </a:solidFill>
              </a:defRPr>
            </a:lvl5pPr>
            <a:lvl6pPr algn="l">
              <a:defRPr sz="1800" b="0">
                <a:solidFill>
                  <a:srgbClr val="D5E9E7"/>
                </a:solidFill>
              </a:defRPr>
            </a:lvl6pPr>
            <a:lvl7pPr algn="l">
              <a:defRPr sz="1800" b="0">
                <a:solidFill>
                  <a:srgbClr val="D5E9E7"/>
                </a:solidFill>
              </a:defRPr>
            </a:lvl7pPr>
            <a:lvl8pPr algn="l">
              <a:defRPr sz="1800" b="0">
                <a:solidFill>
                  <a:srgbClr val="D5E9E7"/>
                </a:solidFill>
              </a:defRPr>
            </a:lvl8pPr>
            <a:lvl9pPr algn="l">
              <a:defRPr sz="1800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5E9E7"/>
                </a:solidFill>
              </a:defRPr>
            </a:pPr>
            <a:r>
              <a:rPr sz="1800" b="0">
                <a:solidFill>
                  <a:srgbClr val="D5E9E7"/>
                </a:solidFill>
              </a:rPr>
              <a:t>Envía el pedido desde la web.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A0791-F9DB-437B-BC44-B08CB1F9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904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D6A545"/>
                </a:solidFill>
              </a:defRPr>
            </a:defPPr>
            <a:lvl1pPr algn="l">
              <a:defRPr sz="2550" b="1">
                <a:solidFill>
                  <a:srgbClr val="D6A545"/>
                </a:solidFill>
              </a:defRPr>
            </a:lvl1pPr>
            <a:lvl2pPr algn="l">
              <a:defRPr sz="2550" b="1">
                <a:solidFill>
                  <a:srgbClr val="D6A545"/>
                </a:solidFill>
              </a:defRPr>
            </a:lvl2pPr>
            <a:lvl3pPr algn="l">
              <a:defRPr sz="2550" b="1">
                <a:solidFill>
                  <a:srgbClr val="D6A545"/>
                </a:solidFill>
              </a:defRPr>
            </a:lvl3pPr>
            <a:lvl4pPr algn="l">
              <a:defRPr sz="2550" b="1">
                <a:solidFill>
                  <a:srgbClr val="D6A545"/>
                </a:solidFill>
              </a:defRPr>
            </a:lvl4pPr>
            <a:lvl5pPr algn="l">
              <a:defRPr sz="2550" b="1">
                <a:solidFill>
                  <a:srgbClr val="D6A545"/>
                </a:solidFill>
              </a:defRPr>
            </a:lvl5pPr>
            <a:lvl6pPr algn="l">
              <a:defRPr sz="2550" b="1">
                <a:solidFill>
                  <a:srgbClr val="D6A545"/>
                </a:solidFill>
              </a:defRPr>
            </a:lvl6pPr>
            <a:lvl7pPr algn="l">
              <a:defRPr sz="2550" b="1">
                <a:solidFill>
                  <a:srgbClr val="D6A545"/>
                </a:solidFill>
              </a:defRPr>
            </a:lvl7pPr>
            <a:lvl8pPr algn="l">
              <a:defRPr sz="2550" b="1">
                <a:solidFill>
                  <a:srgbClr val="D6A545"/>
                </a:solidFill>
              </a:defRPr>
            </a:lvl8pPr>
            <a:lvl9pPr algn="l">
              <a:defRPr sz="2550" b="1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6A545"/>
                </a:solidFill>
              </a:defRPr>
            </a:pPr>
            <a:r>
              <a:rPr sz="2550" b="1">
                <a:solidFill>
                  <a:srgbClr val="D6A54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11582-8755-4ABD-86F8-8F296DF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339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  <a:lvl1pPr algn="l">
              <a:defRPr sz="2100" b="1">
                <a:solidFill>
                  <a:srgbClr val="FFFFFF"/>
                </a:solidFill>
              </a:defRPr>
            </a:lvl1pPr>
            <a:lvl2pPr algn="l">
              <a:defRPr sz="2100" b="1">
                <a:solidFill>
                  <a:srgbClr val="FFFFFF"/>
                </a:solidFill>
              </a:defRPr>
            </a:lvl2pPr>
            <a:lvl3pPr algn="l">
              <a:defRPr sz="2100" b="1">
                <a:solidFill>
                  <a:srgbClr val="FFFFFF"/>
                </a:solidFill>
              </a:defRPr>
            </a:lvl3pPr>
            <a:lvl4pPr algn="l">
              <a:defRPr sz="2100" b="1">
                <a:solidFill>
                  <a:srgbClr val="FFFFFF"/>
                </a:solidFill>
              </a:defRPr>
            </a:lvl4pPr>
            <a:lvl5pPr algn="l">
              <a:defRPr sz="2100" b="1">
                <a:solidFill>
                  <a:srgbClr val="FFFFFF"/>
                </a:solidFill>
              </a:defRPr>
            </a:lvl5pPr>
            <a:lvl6pPr algn="l">
              <a:defRPr sz="2100" b="1">
                <a:solidFill>
                  <a:srgbClr val="FFFFFF"/>
                </a:solidFill>
              </a:defRPr>
            </a:lvl6pPr>
            <a:lvl7pPr algn="l">
              <a:defRPr sz="2100" b="1">
                <a:solidFill>
                  <a:srgbClr val="FFFFFF"/>
                </a:solidFill>
              </a:defRPr>
            </a:lvl7pPr>
            <a:lvl8pPr algn="l">
              <a:defRPr sz="2100" b="1">
                <a:solidFill>
                  <a:srgbClr val="FFFFFF"/>
                </a:solidFill>
              </a:defRPr>
            </a:lvl8pPr>
            <a:lvl9pPr algn="l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Recibe seguimiento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396BE-B69A-4A61-91E7-4FBEB3CC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D5E9E7"/>
                </a:solidFill>
              </a:defRPr>
            </a:defPPr>
            <a:lvl1pPr algn="l">
              <a:defRPr sz="1800" b="0">
                <a:solidFill>
                  <a:srgbClr val="D5E9E7"/>
                </a:solidFill>
              </a:defRPr>
            </a:lvl1pPr>
            <a:lvl2pPr algn="l">
              <a:defRPr sz="1800" b="0">
                <a:solidFill>
                  <a:srgbClr val="D5E9E7"/>
                </a:solidFill>
              </a:defRPr>
            </a:lvl2pPr>
            <a:lvl3pPr algn="l">
              <a:defRPr sz="1800" b="0">
                <a:solidFill>
                  <a:srgbClr val="D5E9E7"/>
                </a:solidFill>
              </a:defRPr>
            </a:lvl3pPr>
            <a:lvl4pPr algn="l">
              <a:defRPr sz="1800" b="0">
                <a:solidFill>
                  <a:srgbClr val="D5E9E7"/>
                </a:solidFill>
              </a:defRPr>
            </a:lvl4pPr>
            <a:lvl5pPr algn="l">
              <a:defRPr sz="1800" b="0">
                <a:solidFill>
                  <a:srgbClr val="D5E9E7"/>
                </a:solidFill>
              </a:defRPr>
            </a:lvl5pPr>
            <a:lvl6pPr algn="l">
              <a:defRPr sz="1800" b="0">
                <a:solidFill>
                  <a:srgbClr val="D5E9E7"/>
                </a:solidFill>
              </a:defRPr>
            </a:lvl6pPr>
            <a:lvl7pPr algn="l">
              <a:defRPr sz="1800" b="0">
                <a:solidFill>
                  <a:srgbClr val="D5E9E7"/>
                </a:solidFill>
              </a:defRPr>
            </a:lvl7pPr>
            <a:lvl8pPr algn="l">
              <a:defRPr sz="1800" b="0">
                <a:solidFill>
                  <a:srgbClr val="D5E9E7"/>
                </a:solidFill>
              </a:defRPr>
            </a:lvl8pPr>
            <a:lvl9pPr algn="l">
              <a:defRPr sz="1800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5E9E7"/>
                </a:solidFill>
              </a:defRPr>
            </a:pPr>
            <a:r>
              <a:rPr sz="1800" b="0">
                <a:solidFill>
                  <a:srgbClr val="D5E9E7"/>
                </a:solidFill>
              </a:rPr>
              <a:t>El equipo comercial atiende la consulta.</a:t>
            </a:r>
          </a:p>
        </p:txBody>
      </p:sp>
    </p:spTree>
    <p:extLst>
      <p:ext uri="{BB962C8B-B14F-4D97-AF65-F5344CB8AC3E}">
        <p14:creationId xmlns:p14="http://schemas.microsoft.com/office/powerpoint/2010/main" val="431350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06897-82CD-46BD-A3F7-1B44BD41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17313C"/>
                </a:solidFill>
              </a:defRPr>
            </a:defPPr>
            <a:lvl1pPr algn="l">
              <a:defRPr sz="2925" b="1">
                <a:solidFill>
                  <a:srgbClr val="17313C"/>
                </a:solidFill>
              </a:defRPr>
            </a:lvl1pPr>
            <a:lvl2pPr algn="l">
              <a:defRPr sz="2925" b="1">
                <a:solidFill>
                  <a:srgbClr val="17313C"/>
                </a:solidFill>
              </a:defRPr>
            </a:lvl2pPr>
            <a:lvl3pPr algn="l">
              <a:defRPr sz="2925" b="1">
                <a:solidFill>
                  <a:srgbClr val="17313C"/>
                </a:solidFill>
              </a:defRPr>
            </a:lvl3pPr>
            <a:lvl4pPr algn="l">
              <a:defRPr sz="2925" b="1">
                <a:solidFill>
                  <a:srgbClr val="17313C"/>
                </a:solidFill>
              </a:defRPr>
            </a:lvl4pPr>
            <a:lvl5pPr algn="l">
              <a:defRPr sz="2925" b="1">
                <a:solidFill>
                  <a:srgbClr val="17313C"/>
                </a:solidFill>
              </a:defRPr>
            </a:lvl5pPr>
            <a:lvl6pPr algn="l">
              <a:defRPr sz="2925" b="1">
                <a:solidFill>
                  <a:srgbClr val="17313C"/>
                </a:solidFill>
              </a:defRPr>
            </a:lvl6pPr>
            <a:lvl7pPr algn="l">
              <a:defRPr sz="2925" b="1">
                <a:solidFill>
                  <a:srgbClr val="17313C"/>
                </a:solidFill>
              </a:defRPr>
            </a:lvl7pPr>
            <a:lvl8pPr algn="l">
              <a:defRPr sz="2925" b="1">
                <a:solidFill>
                  <a:srgbClr val="17313C"/>
                </a:solidFill>
              </a:defRPr>
            </a:lvl8pPr>
            <a:lvl9pPr algn="l">
              <a:defRPr sz="29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13C"/>
                </a:solidFill>
              </a:defRPr>
            </a:pPr>
            <a:r>
              <a:rPr sz="2925" b="1">
                <a:solidFill>
                  <a:srgbClr val="17313C"/>
                </a:solidFill>
              </a:rPr>
              <a:t>Del pedido al inventario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9AF04-BF04-4B72-80B4-23199C9B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587079"/>
                </a:solidFill>
              </a:defRPr>
            </a:defPPr>
            <a:lvl1pPr algn="r">
              <a:defRPr sz="1125" b="0">
                <a:solidFill>
                  <a:srgbClr val="587079"/>
                </a:solidFill>
              </a:defRPr>
            </a:lvl1pPr>
            <a:lvl2pPr algn="r">
              <a:defRPr sz="1125" b="0">
                <a:solidFill>
                  <a:srgbClr val="587079"/>
                </a:solidFill>
              </a:defRPr>
            </a:lvl2pPr>
            <a:lvl3pPr algn="r">
              <a:defRPr sz="1125" b="0">
                <a:solidFill>
                  <a:srgbClr val="587079"/>
                </a:solidFill>
              </a:defRPr>
            </a:lvl3pPr>
            <a:lvl4pPr algn="r">
              <a:defRPr sz="1125" b="0">
                <a:solidFill>
                  <a:srgbClr val="587079"/>
                </a:solidFill>
              </a:defRPr>
            </a:lvl4pPr>
            <a:lvl5pPr algn="r">
              <a:defRPr sz="1125" b="0">
                <a:solidFill>
                  <a:srgbClr val="587079"/>
                </a:solidFill>
              </a:defRPr>
            </a:lvl5pPr>
            <a:lvl6pPr algn="r">
              <a:defRPr sz="1125" b="0">
                <a:solidFill>
                  <a:srgbClr val="587079"/>
                </a:solidFill>
              </a:defRPr>
            </a:lvl6pPr>
            <a:lvl7pPr algn="r">
              <a:defRPr sz="1125" b="0">
                <a:solidFill>
                  <a:srgbClr val="587079"/>
                </a:solidFill>
              </a:defRPr>
            </a:lvl7pPr>
            <a:lvl8pPr algn="r">
              <a:defRPr sz="1125" b="0">
                <a:solidFill>
                  <a:srgbClr val="587079"/>
                </a:solidFill>
              </a:defRPr>
            </a:lvl8pPr>
            <a:lvl9pPr algn="r">
              <a:defRPr sz="112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7079"/>
                </a:solidFill>
              </a:defRPr>
            </a:pPr>
            <a:r>
              <a:rPr sz="1125" b="0">
                <a:solidFill>
                  <a:srgbClr val="587079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85C0D-A447-4290-822F-02757292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087F86"/>
                </a:solidFill>
              </a:defRPr>
            </a:defPPr>
            <a:lvl1pPr algn="l">
              <a:defRPr sz="2625" b="1">
                <a:solidFill>
                  <a:srgbClr val="087F86"/>
                </a:solidFill>
              </a:defRPr>
            </a:lvl1pPr>
            <a:lvl2pPr algn="l">
              <a:defRPr sz="2625" b="1">
                <a:solidFill>
                  <a:srgbClr val="087F86"/>
                </a:solidFill>
              </a:defRPr>
            </a:lvl2pPr>
            <a:lvl3pPr algn="l">
              <a:defRPr sz="2625" b="1">
                <a:solidFill>
                  <a:srgbClr val="087F86"/>
                </a:solidFill>
              </a:defRPr>
            </a:lvl3pPr>
            <a:lvl4pPr algn="l">
              <a:defRPr sz="2625" b="1">
                <a:solidFill>
                  <a:srgbClr val="087F86"/>
                </a:solidFill>
              </a:defRPr>
            </a:lvl4pPr>
            <a:lvl5pPr algn="l">
              <a:defRPr sz="2625" b="1">
                <a:solidFill>
                  <a:srgbClr val="087F86"/>
                </a:solidFill>
              </a:defRPr>
            </a:lvl5pPr>
            <a:lvl6pPr algn="l">
              <a:defRPr sz="2625" b="1">
                <a:solidFill>
                  <a:srgbClr val="087F86"/>
                </a:solidFill>
              </a:defRPr>
            </a:lvl6pPr>
            <a:lvl7pPr algn="l">
              <a:defRPr sz="2625" b="1">
                <a:solidFill>
                  <a:srgbClr val="087F86"/>
                </a:solidFill>
              </a:defRPr>
            </a:lvl7pPr>
            <a:lvl8pPr algn="l">
              <a:defRPr sz="2625" b="1">
                <a:solidFill>
                  <a:srgbClr val="087F86"/>
                </a:solidFill>
              </a:defRPr>
            </a:lvl8pPr>
            <a:lvl9pPr algn="l">
              <a:defRPr sz="262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F86"/>
                </a:solidFill>
              </a:defRPr>
            </a:pPr>
            <a:r>
              <a:rPr sz="2625" b="1">
                <a:solidFill>
                  <a:srgbClr val="087F86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81731-C8B1-4F8D-84C3-E1958E6C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313C"/>
                </a:solidFill>
              </a:defRPr>
            </a:defPPr>
            <a:lvl1pPr algn="l">
              <a:defRPr sz="2025" b="1">
                <a:solidFill>
                  <a:srgbClr val="17313C"/>
                </a:solidFill>
              </a:defRPr>
            </a:lvl1pPr>
            <a:lvl2pPr algn="l">
              <a:defRPr sz="2025" b="1">
                <a:solidFill>
                  <a:srgbClr val="17313C"/>
                </a:solidFill>
              </a:defRPr>
            </a:lvl2pPr>
            <a:lvl3pPr algn="l">
              <a:defRPr sz="2025" b="1">
                <a:solidFill>
                  <a:srgbClr val="17313C"/>
                </a:solidFill>
              </a:defRPr>
            </a:lvl3pPr>
            <a:lvl4pPr algn="l">
              <a:defRPr sz="2025" b="1">
                <a:solidFill>
                  <a:srgbClr val="17313C"/>
                </a:solidFill>
              </a:defRPr>
            </a:lvl4pPr>
            <a:lvl5pPr algn="l">
              <a:defRPr sz="2025" b="1">
                <a:solidFill>
                  <a:srgbClr val="17313C"/>
                </a:solidFill>
              </a:defRPr>
            </a:lvl5pPr>
            <a:lvl6pPr algn="l">
              <a:defRPr sz="2025" b="1">
                <a:solidFill>
                  <a:srgbClr val="17313C"/>
                </a:solidFill>
              </a:defRPr>
            </a:lvl6pPr>
            <a:lvl7pPr algn="l">
              <a:defRPr sz="2025" b="1">
                <a:solidFill>
                  <a:srgbClr val="17313C"/>
                </a:solidFill>
              </a:defRPr>
            </a:lvl7pPr>
            <a:lvl8pPr algn="l">
              <a:defRPr sz="2025" b="1">
                <a:solidFill>
                  <a:srgbClr val="17313C"/>
                </a:solidFill>
              </a:defRPr>
            </a:lvl8pPr>
            <a:lvl9pPr algn="l">
              <a:defRPr sz="20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13C"/>
                </a:solidFill>
              </a:defRPr>
            </a:pPr>
            <a:r>
              <a:rPr sz="2025" b="1">
                <a:solidFill>
                  <a:srgbClr val="17313C"/>
                </a:solidFill>
              </a:rPr>
              <a:t>Pedido pendiente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D580E-8849-478C-A5BC-36BA417C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0495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87079"/>
                </a:solidFill>
              </a:defRPr>
            </a:defPPr>
            <a:lvl1pPr algn="l">
              <a:defRPr sz="1800" b="0">
                <a:solidFill>
                  <a:srgbClr val="587079"/>
                </a:solidFill>
              </a:defRPr>
            </a:lvl1pPr>
            <a:lvl2pPr algn="l">
              <a:defRPr sz="1800" b="0">
                <a:solidFill>
                  <a:srgbClr val="587079"/>
                </a:solidFill>
              </a:defRPr>
            </a:lvl2pPr>
            <a:lvl3pPr algn="l">
              <a:defRPr sz="1800" b="0">
                <a:solidFill>
                  <a:srgbClr val="587079"/>
                </a:solidFill>
              </a:defRPr>
            </a:lvl3pPr>
            <a:lvl4pPr algn="l">
              <a:defRPr sz="1800" b="0">
                <a:solidFill>
                  <a:srgbClr val="587079"/>
                </a:solidFill>
              </a:defRPr>
            </a:lvl4pPr>
            <a:lvl5pPr algn="l">
              <a:defRPr sz="1800" b="0">
                <a:solidFill>
                  <a:srgbClr val="587079"/>
                </a:solidFill>
              </a:defRPr>
            </a:lvl5pPr>
            <a:lvl6pPr algn="l">
              <a:defRPr sz="1800" b="0">
                <a:solidFill>
                  <a:srgbClr val="587079"/>
                </a:solidFill>
              </a:defRPr>
            </a:lvl6pPr>
            <a:lvl7pPr algn="l">
              <a:defRPr sz="1800" b="0">
                <a:solidFill>
                  <a:srgbClr val="587079"/>
                </a:solidFill>
              </a:defRPr>
            </a:lvl7pPr>
            <a:lvl8pPr algn="l">
              <a:defRPr sz="1800" b="0">
                <a:solidFill>
                  <a:srgbClr val="587079"/>
                </a:solidFill>
              </a:defRPr>
            </a:lvl8pPr>
            <a:lvl9pPr algn="l">
              <a:defRPr sz="1800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7079"/>
                </a:solidFill>
              </a:defRPr>
            </a:pPr>
            <a:r>
              <a:rPr sz="1800" b="0">
                <a:solidFill>
                  <a:srgbClr val="587079"/>
                </a:solidFill>
              </a:rPr>
              <a:t>La consulta conserva productos y precio cotizado.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85819-B8B6-4191-A8D7-1E74BDEE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087F86"/>
                </a:solidFill>
              </a:defRPr>
            </a:defPPr>
            <a:lvl1pPr algn="l">
              <a:defRPr sz="2625" b="1">
                <a:solidFill>
                  <a:srgbClr val="087F86"/>
                </a:solidFill>
              </a:defRPr>
            </a:lvl1pPr>
            <a:lvl2pPr algn="l">
              <a:defRPr sz="2625" b="1">
                <a:solidFill>
                  <a:srgbClr val="087F86"/>
                </a:solidFill>
              </a:defRPr>
            </a:lvl2pPr>
            <a:lvl3pPr algn="l">
              <a:defRPr sz="2625" b="1">
                <a:solidFill>
                  <a:srgbClr val="087F86"/>
                </a:solidFill>
              </a:defRPr>
            </a:lvl3pPr>
            <a:lvl4pPr algn="l">
              <a:defRPr sz="2625" b="1">
                <a:solidFill>
                  <a:srgbClr val="087F86"/>
                </a:solidFill>
              </a:defRPr>
            </a:lvl4pPr>
            <a:lvl5pPr algn="l">
              <a:defRPr sz="2625" b="1">
                <a:solidFill>
                  <a:srgbClr val="087F86"/>
                </a:solidFill>
              </a:defRPr>
            </a:lvl5pPr>
            <a:lvl6pPr algn="l">
              <a:defRPr sz="2625" b="1">
                <a:solidFill>
                  <a:srgbClr val="087F86"/>
                </a:solidFill>
              </a:defRPr>
            </a:lvl6pPr>
            <a:lvl7pPr algn="l">
              <a:defRPr sz="2625" b="1">
                <a:solidFill>
                  <a:srgbClr val="087F86"/>
                </a:solidFill>
              </a:defRPr>
            </a:lvl7pPr>
            <a:lvl8pPr algn="l">
              <a:defRPr sz="2625" b="1">
                <a:solidFill>
                  <a:srgbClr val="087F86"/>
                </a:solidFill>
              </a:defRPr>
            </a:lvl8pPr>
            <a:lvl9pPr algn="l">
              <a:defRPr sz="262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F86"/>
                </a:solidFill>
              </a:defRPr>
            </a:pPr>
            <a:r>
              <a:rPr sz="2625" b="1">
                <a:solidFill>
                  <a:srgbClr val="087F86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01566-5760-4C1F-95EE-42A0DB86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313C"/>
                </a:solidFill>
              </a:defRPr>
            </a:defPPr>
            <a:lvl1pPr algn="l">
              <a:defRPr sz="2025" b="1">
                <a:solidFill>
                  <a:srgbClr val="17313C"/>
                </a:solidFill>
              </a:defRPr>
            </a:lvl1pPr>
            <a:lvl2pPr algn="l">
              <a:defRPr sz="2025" b="1">
                <a:solidFill>
                  <a:srgbClr val="17313C"/>
                </a:solidFill>
              </a:defRPr>
            </a:lvl2pPr>
            <a:lvl3pPr algn="l">
              <a:defRPr sz="2025" b="1">
                <a:solidFill>
                  <a:srgbClr val="17313C"/>
                </a:solidFill>
              </a:defRPr>
            </a:lvl3pPr>
            <a:lvl4pPr algn="l">
              <a:defRPr sz="2025" b="1">
                <a:solidFill>
                  <a:srgbClr val="17313C"/>
                </a:solidFill>
              </a:defRPr>
            </a:lvl4pPr>
            <a:lvl5pPr algn="l">
              <a:defRPr sz="2025" b="1">
                <a:solidFill>
                  <a:srgbClr val="17313C"/>
                </a:solidFill>
              </a:defRPr>
            </a:lvl5pPr>
            <a:lvl6pPr algn="l">
              <a:defRPr sz="2025" b="1">
                <a:solidFill>
                  <a:srgbClr val="17313C"/>
                </a:solidFill>
              </a:defRPr>
            </a:lvl6pPr>
            <a:lvl7pPr algn="l">
              <a:defRPr sz="2025" b="1">
                <a:solidFill>
                  <a:srgbClr val="17313C"/>
                </a:solidFill>
              </a:defRPr>
            </a:lvl7pPr>
            <a:lvl8pPr algn="l">
              <a:defRPr sz="2025" b="1">
                <a:solidFill>
                  <a:srgbClr val="17313C"/>
                </a:solidFill>
              </a:defRPr>
            </a:lvl8pPr>
            <a:lvl9pPr algn="l">
              <a:defRPr sz="20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13C"/>
                </a:solidFill>
              </a:defRPr>
            </a:pPr>
            <a:r>
              <a:rPr sz="2025" b="1">
                <a:solidFill>
                  <a:srgbClr val="17313C"/>
                </a:solidFill>
              </a:rPr>
              <a:t>Confirmación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0C84B-97F4-468D-9208-3BA3BAA2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0325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87079"/>
                </a:solidFill>
              </a:defRPr>
            </a:defPPr>
            <a:lvl1pPr algn="l">
              <a:defRPr sz="1800" b="0">
                <a:solidFill>
                  <a:srgbClr val="587079"/>
                </a:solidFill>
              </a:defRPr>
            </a:lvl1pPr>
            <a:lvl2pPr algn="l">
              <a:defRPr sz="1800" b="0">
                <a:solidFill>
                  <a:srgbClr val="587079"/>
                </a:solidFill>
              </a:defRPr>
            </a:lvl2pPr>
            <a:lvl3pPr algn="l">
              <a:defRPr sz="1800" b="0">
                <a:solidFill>
                  <a:srgbClr val="587079"/>
                </a:solidFill>
              </a:defRPr>
            </a:lvl3pPr>
            <a:lvl4pPr algn="l">
              <a:defRPr sz="1800" b="0">
                <a:solidFill>
                  <a:srgbClr val="587079"/>
                </a:solidFill>
              </a:defRPr>
            </a:lvl4pPr>
            <a:lvl5pPr algn="l">
              <a:defRPr sz="1800" b="0">
                <a:solidFill>
                  <a:srgbClr val="587079"/>
                </a:solidFill>
              </a:defRPr>
            </a:lvl5pPr>
            <a:lvl6pPr algn="l">
              <a:defRPr sz="1800" b="0">
                <a:solidFill>
                  <a:srgbClr val="587079"/>
                </a:solidFill>
              </a:defRPr>
            </a:lvl6pPr>
            <a:lvl7pPr algn="l">
              <a:defRPr sz="1800" b="0">
                <a:solidFill>
                  <a:srgbClr val="587079"/>
                </a:solidFill>
              </a:defRPr>
            </a:lvl7pPr>
            <a:lvl8pPr algn="l">
              <a:defRPr sz="1800" b="0">
                <a:solidFill>
                  <a:srgbClr val="587079"/>
                </a:solidFill>
              </a:defRPr>
            </a:lvl8pPr>
            <a:lvl9pPr algn="l">
              <a:defRPr sz="1800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7079"/>
                </a:solidFill>
              </a:defRPr>
            </a:pPr>
            <a:r>
              <a:rPr sz="1800" b="0">
                <a:solidFill>
                  <a:srgbClr val="587079"/>
                </a:solidFill>
              </a:rPr>
              <a:t>El personal cambia el estado a vendido.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597AE-A6F8-429B-A22C-47F6AE23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087F86"/>
                </a:solidFill>
              </a:defRPr>
            </a:defPPr>
            <a:lvl1pPr algn="l">
              <a:defRPr sz="2625" b="1">
                <a:solidFill>
                  <a:srgbClr val="087F86"/>
                </a:solidFill>
              </a:defRPr>
            </a:lvl1pPr>
            <a:lvl2pPr algn="l">
              <a:defRPr sz="2625" b="1">
                <a:solidFill>
                  <a:srgbClr val="087F86"/>
                </a:solidFill>
              </a:defRPr>
            </a:lvl2pPr>
            <a:lvl3pPr algn="l">
              <a:defRPr sz="2625" b="1">
                <a:solidFill>
                  <a:srgbClr val="087F86"/>
                </a:solidFill>
              </a:defRPr>
            </a:lvl3pPr>
            <a:lvl4pPr algn="l">
              <a:defRPr sz="2625" b="1">
                <a:solidFill>
                  <a:srgbClr val="087F86"/>
                </a:solidFill>
              </a:defRPr>
            </a:lvl4pPr>
            <a:lvl5pPr algn="l">
              <a:defRPr sz="2625" b="1">
                <a:solidFill>
                  <a:srgbClr val="087F86"/>
                </a:solidFill>
              </a:defRPr>
            </a:lvl5pPr>
            <a:lvl6pPr algn="l">
              <a:defRPr sz="2625" b="1">
                <a:solidFill>
                  <a:srgbClr val="087F86"/>
                </a:solidFill>
              </a:defRPr>
            </a:lvl6pPr>
            <a:lvl7pPr algn="l">
              <a:defRPr sz="2625" b="1">
                <a:solidFill>
                  <a:srgbClr val="087F86"/>
                </a:solidFill>
              </a:defRPr>
            </a:lvl7pPr>
            <a:lvl8pPr algn="l">
              <a:defRPr sz="2625" b="1">
                <a:solidFill>
                  <a:srgbClr val="087F86"/>
                </a:solidFill>
              </a:defRPr>
            </a:lvl8pPr>
            <a:lvl9pPr algn="l">
              <a:defRPr sz="262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F86"/>
                </a:solidFill>
              </a:defRPr>
            </a:pPr>
            <a:r>
              <a:rPr sz="2625" b="1">
                <a:solidFill>
                  <a:srgbClr val="087F86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72762-8D8E-477F-B578-C7971C4F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313C"/>
                </a:solidFill>
              </a:defRPr>
            </a:defPPr>
            <a:lvl1pPr algn="l">
              <a:defRPr sz="2025" b="1">
                <a:solidFill>
                  <a:srgbClr val="17313C"/>
                </a:solidFill>
              </a:defRPr>
            </a:lvl1pPr>
            <a:lvl2pPr algn="l">
              <a:defRPr sz="2025" b="1">
                <a:solidFill>
                  <a:srgbClr val="17313C"/>
                </a:solidFill>
              </a:defRPr>
            </a:lvl2pPr>
            <a:lvl3pPr algn="l">
              <a:defRPr sz="2025" b="1">
                <a:solidFill>
                  <a:srgbClr val="17313C"/>
                </a:solidFill>
              </a:defRPr>
            </a:lvl3pPr>
            <a:lvl4pPr algn="l">
              <a:defRPr sz="2025" b="1">
                <a:solidFill>
                  <a:srgbClr val="17313C"/>
                </a:solidFill>
              </a:defRPr>
            </a:lvl4pPr>
            <a:lvl5pPr algn="l">
              <a:defRPr sz="2025" b="1">
                <a:solidFill>
                  <a:srgbClr val="17313C"/>
                </a:solidFill>
              </a:defRPr>
            </a:lvl5pPr>
            <a:lvl6pPr algn="l">
              <a:defRPr sz="2025" b="1">
                <a:solidFill>
                  <a:srgbClr val="17313C"/>
                </a:solidFill>
              </a:defRPr>
            </a:lvl6pPr>
            <a:lvl7pPr algn="l">
              <a:defRPr sz="2025" b="1">
                <a:solidFill>
                  <a:srgbClr val="17313C"/>
                </a:solidFill>
              </a:defRPr>
            </a:lvl7pPr>
            <a:lvl8pPr algn="l">
              <a:defRPr sz="2025" b="1">
                <a:solidFill>
                  <a:srgbClr val="17313C"/>
                </a:solidFill>
              </a:defRPr>
            </a:lvl8pPr>
            <a:lvl9pPr algn="l">
              <a:defRPr sz="20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13C"/>
                </a:solidFill>
              </a:defRPr>
            </a:pPr>
            <a:r>
              <a:rPr sz="2025" b="1">
                <a:solidFill>
                  <a:srgbClr val="17313C"/>
                </a:solidFill>
              </a:rPr>
              <a:t>Venta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87ADB-BE60-4013-883C-0587A2BD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87079"/>
                </a:solidFill>
              </a:defRPr>
            </a:defPPr>
            <a:lvl1pPr algn="l">
              <a:defRPr sz="1800" b="0">
                <a:solidFill>
                  <a:srgbClr val="587079"/>
                </a:solidFill>
              </a:defRPr>
            </a:lvl1pPr>
            <a:lvl2pPr algn="l">
              <a:defRPr sz="1800" b="0">
                <a:solidFill>
                  <a:srgbClr val="587079"/>
                </a:solidFill>
              </a:defRPr>
            </a:lvl2pPr>
            <a:lvl3pPr algn="l">
              <a:defRPr sz="1800" b="0">
                <a:solidFill>
                  <a:srgbClr val="587079"/>
                </a:solidFill>
              </a:defRPr>
            </a:lvl3pPr>
            <a:lvl4pPr algn="l">
              <a:defRPr sz="1800" b="0">
                <a:solidFill>
                  <a:srgbClr val="587079"/>
                </a:solidFill>
              </a:defRPr>
            </a:lvl4pPr>
            <a:lvl5pPr algn="l">
              <a:defRPr sz="1800" b="0">
                <a:solidFill>
                  <a:srgbClr val="587079"/>
                </a:solidFill>
              </a:defRPr>
            </a:lvl5pPr>
            <a:lvl6pPr algn="l">
              <a:defRPr sz="1800" b="0">
                <a:solidFill>
                  <a:srgbClr val="587079"/>
                </a:solidFill>
              </a:defRPr>
            </a:lvl6pPr>
            <a:lvl7pPr algn="l">
              <a:defRPr sz="1800" b="0">
                <a:solidFill>
                  <a:srgbClr val="587079"/>
                </a:solidFill>
              </a:defRPr>
            </a:lvl7pPr>
            <a:lvl8pPr algn="l">
              <a:defRPr sz="1800" b="0">
                <a:solidFill>
                  <a:srgbClr val="587079"/>
                </a:solidFill>
              </a:defRPr>
            </a:lvl8pPr>
            <a:lvl9pPr algn="l">
              <a:defRPr sz="1800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7079"/>
                </a:solidFill>
              </a:defRPr>
            </a:pPr>
            <a:r>
              <a:rPr sz="1800" b="0">
                <a:solidFill>
                  <a:srgbClr val="587079"/>
                </a:solidFill>
              </a:rPr>
              <a:t>El sistema genera el comprobante y sus líneas.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00652-F857-40F4-A378-EA02E249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087F86"/>
                </a:solidFill>
              </a:defRPr>
            </a:defPPr>
            <a:lvl1pPr algn="l">
              <a:defRPr sz="2625" b="1">
                <a:solidFill>
                  <a:srgbClr val="087F86"/>
                </a:solidFill>
              </a:defRPr>
            </a:lvl1pPr>
            <a:lvl2pPr algn="l">
              <a:defRPr sz="2625" b="1">
                <a:solidFill>
                  <a:srgbClr val="087F86"/>
                </a:solidFill>
              </a:defRPr>
            </a:lvl2pPr>
            <a:lvl3pPr algn="l">
              <a:defRPr sz="2625" b="1">
                <a:solidFill>
                  <a:srgbClr val="087F86"/>
                </a:solidFill>
              </a:defRPr>
            </a:lvl3pPr>
            <a:lvl4pPr algn="l">
              <a:defRPr sz="2625" b="1">
                <a:solidFill>
                  <a:srgbClr val="087F86"/>
                </a:solidFill>
              </a:defRPr>
            </a:lvl4pPr>
            <a:lvl5pPr algn="l">
              <a:defRPr sz="2625" b="1">
                <a:solidFill>
                  <a:srgbClr val="087F86"/>
                </a:solidFill>
              </a:defRPr>
            </a:lvl5pPr>
            <a:lvl6pPr algn="l">
              <a:defRPr sz="2625" b="1">
                <a:solidFill>
                  <a:srgbClr val="087F86"/>
                </a:solidFill>
              </a:defRPr>
            </a:lvl6pPr>
            <a:lvl7pPr algn="l">
              <a:defRPr sz="2625" b="1">
                <a:solidFill>
                  <a:srgbClr val="087F86"/>
                </a:solidFill>
              </a:defRPr>
            </a:lvl7pPr>
            <a:lvl8pPr algn="l">
              <a:defRPr sz="2625" b="1">
                <a:solidFill>
                  <a:srgbClr val="087F86"/>
                </a:solidFill>
              </a:defRPr>
            </a:lvl8pPr>
            <a:lvl9pPr algn="l">
              <a:defRPr sz="262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F86"/>
                </a:solidFill>
              </a:defRPr>
            </a:pPr>
            <a:r>
              <a:rPr sz="2625" b="1">
                <a:solidFill>
                  <a:srgbClr val="087F86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E9B16-3D2C-490F-AC1A-02B485C0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910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7313C"/>
                </a:solidFill>
              </a:defRPr>
            </a:defPPr>
            <a:lvl1pPr algn="l">
              <a:defRPr sz="2025" b="1">
                <a:solidFill>
                  <a:srgbClr val="17313C"/>
                </a:solidFill>
              </a:defRPr>
            </a:lvl1pPr>
            <a:lvl2pPr algn="l">
              <a:defRPr sz="2025" b="1">
                <a:solidFill>
                  <a:srgbClr val="17313C"/>
                </a:solidFill>
              </a:defRPr>
            </a:lvl2pPr>
            <a:lvl3pPr algn="l">
              <a:defRPr sz="2025" b="1">
                <a:solidFill>
                  <a:srgbClr val="17313C"/>
                </a:solidFill>
              </a:defRPr>
            </a:lvl3pPr>
            <a:lvl4pPr algn="l">
              <a:defRPr sz="2025" b="1">
                <a:solidFill>
                  <a:srgbClr val="17313C"/>
                </a:solidFill>
              </a:defRPr>
            </a:lvl4pPr>
            <a:lvl5pPr algn="l">
              <a:defRPr sz="2025" b="1">
                <a:solidFill>
                  <a:srgbClr val="17313C"/>
                </a:solidFill>
              </a:defRPr>
            </a:lvl5pPr>
            <a:lvl6pPr algn="l">
              <a:defRPr sz="2025" b="1">
                <a:solidFill>
                  <a:srgbClr val="17313C"/>
                </a:solidFill>
              </a:defRPr>
            </a:lvl6pPr>
            <a:lvl7pPr algn="l">
              <a:defRPr sz="2025" b="1">
                <a:solidFill>
                  <a:srgbClr val="17313C"/>
                </a:solidFill>
              </a:defRPr>
            </a:lvl7pPr>
            <a:lvl8pPr algn="l">
              <a:defRPr sz="2025" b="1">
                <a:solidFill>
                  <a:srgbClr val="17313C"/>
                </a:solidFill>
              </a:defRPr>
            </a:lvl8pPr>
            <a:lvl9pPr algn="l">
              <a:defRPr sz="20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313C"/>
                </a:solidFill>
              </a:defRPr>
            </a:pPr>
            <a:r>
              <a:rPr sz="2025" b="1">
                <a:solidFill>
                  <a:srgbClr val="17313C"/>
                </a:solidFill>
              </a:rPr>
              <a:t>Kardex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7CC7F-B567-4D3C-B898-00FA2B22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91075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87079"/>
                </a:solidFill>
              </a:defRPr>
            </a:defPPr>
            <a:lvl1pPr algn="l">
              <a:defRPr sz="1800" b="0">
                <a:solidFill>
                  <a:srgbClr val="587079"/>
                </a:solidFill>
              </a:defRPr>
            </a:lvl1pPr>
            <a:lvl2pPr algn="l">
              <a:defRPr sz="1800" b="0">
                <a:solidFill>
                  <a:srgbClr val="587079"/>
                </a:solidFill>
              </a:defRPr>
            </a:lvl2pPr>
            <a:lvl3pPr algn="l">
              <a:defRPr sz="1800" b="0">
                <a:solidFill>
                  <a:srgbClr val="587079"/>
                </a:solidFill>
              </a:defRPr>
            </a:lvl3pPr>
            <a:lvl4pPr algn="l">
              <a:defRPr sz="1800" b="0">
                <a:solidFill>
                  <a:srgbClr val="587079"/>
                </a:solidFill>
              </a:defRPr>
            </a:lvl4pPr>
            <a:lvl5pPr algn="l">
              <a:defRPr sz="1800" b="0">
                <a:solidFill>
                  <a:srgbClr val="587079"/>
                </a:solidFill>
              </a:defRPr>
            </a:lvl5pPr>
            <a:lvl6pPr algn="l">
              <a:defRPr sz="1800" b="0">
                <a:solidFill>
                  <a:srgbClr val="587079"/>
                </a:solidFill>
              </a:defRPr>
            </a:lvl6pPr>
            <a:lvl7pPr algn="l">
              <a:defRPr sz="1800" b="0">
                <a:solidFill>
                  <a:srgbClr val="587079"/>
                </a:solidFill>
              </a:defRPr>
            </a:lvl7pPr>
            <a:lvl8pPr algn="l">
              <a:defRPr sz="1800" b="0">
                <a:solidFill>
                  <a:srgbClr val="587079"/>
                </a:solidFill>
              </a:defRPr>
            </a:lvl8pPr>
            <a:lvl9pPr algn="l">
              <a:defRPr sz="1800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7079"/>
                </a:solidFill>
              </a:defRPr>
            </a:pPr>
            <a:r>
              <a:rPr sz="1800" b="0">
                <a:solidFill>
                  <a:srgbClr val="587079"/>
                </a:solidFill>
              </a:rPr>
              <a:t>Cada salida de stock queda registrada.</a:t>
            </a:r>
          </a:p>
        </p:txBody>
      </p:sp>
    </p:spTree>
    <p:extLst>
      <p:ext uri="{BB962C8B-B14F-4D97-AF65-F5344CB8AC3E}">
        <p14:creationId xmlns:p14="http://schemas.microsoft.com/office/powerpoint/2010/main" val="16809540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DE6F4-443F-4748-A2E5-DD5704D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17313C"/>
                </a:solidFill>
              </a:defRPr>
            </a:defPPr>
            <a:lvl1pPr algn="l">
              <a:defRPr sz="2925" b="1">
                <a:solidFill>
                  <a:srgbClr val="17313C"/>
                </a:solidFill>
              </a:defRPr>
            </a:lvl1pPr>
            <a:lvl2pPr algn="l">
              <a:defRPr sz="2925" b="1">
                <a:solidFill>
                  <a:srgbClr val="17313C"/>
                </a:solidFill>
              </a:defRPr>
            </a:lvl2pPr>
            <a:lvl3pPr algn="l">
              <a:defRPr sz="2925" b="1">
                <a:solidFill>
                  <a:srgbClr val="17313C"/>
                </a:solidFill>
              </a:defRPr>
            </a:lvl3pPr>
            <a:lvl4pPr algn="l">
              <a:defRPr sz="2925" b="1">
                <a:solidFill>
                  <a:srgbClr val="17313C"/>
                </a:solidFill>
              </a:defRPr>
            </a:lvl4pPr>
            <a:lvl5pPr algn="l">
              <a:defRPr sz="2925" b="1">
                <a:solidFill>
                  <a:srgbClr val="17313C"/>
                </a:solidFill>
              </a:defRPr>
            </a:lvl5pPr>
            <a:lvl6pPr algn="l">
              <a:defRPr sz="2925" b="1">
                <a:solidFill>
                  <a:srgbClr val="17313C"/>
                </a:solidFill>
              </a:defRPr>
            </a:lvl6pPr>
            <a:lvl7pPr algn="l">
              <a:defRPr sz="2925" b="1">
                <a:solidFill>
                  <a:srgbClr val="17313C"/>
                </a:solidFill>
              </a:defRPr>
            </a:lvl7pPr>
            <a:lvl8pPr algn="l">
              <a:defRPr sz="2925" b="1">
                <a:solidFill>
                  <a:srgbClr val="17313C"/>
                </a:solidFill>
              </a:defRPr>
            </a:lvl8pPr>
            <a:lvl9pPr algn="l">
              <a:defRPr sz="29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13C"/>
                </a:solidFill>
              </a:defRPr>
            </a:pPr>
            <a:r>
              <a:rPr sz="2925" b="1">
                <a:solidFill>
                  <a:srgbClr val="17313C"/>
                </a:solidFill>
              </a:rPr>
              <a:t>Arquitectura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2786D-2978-410F-9364-A68D08A1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587079"/>
                </a:solidFill>
              </a:defRPr>
            </a:defPPr>
            <a:lvl1pPr algn="r">
              <a:defRPr sz="1125" b="0">
                <a:solidFill>
                  <a:srgbClr val="587079"/>
                </a:solidFill>
              </a:defRPr>
            </a:lvl1pPr>
            <a:lvl2pPr algn="r">
              <a:defRPr sz="1125" b="0">
                <a:solidFill>
                  <a:srgbClr val="587079"/>
                </a:solidFill>
              </a:defRPr>
            </a:lvl2pPr>
            <a:lvl3pPr algn="r">
              <a:defRPr sz="1125" b="0">
                <a:solidFill>
                  <a:srgbClr val="587079"/>
                </a:solidFill>
              </a:defRPr>
            </a:lvl3pPr>
            <a:lvl4pPr algn="r">
              <a:defRPr sz="1125" b="0">
                <a:solidFill>
                  <a:srgbClr val="587079"/>
                </a:solidFill>
              </a:defRPr>
            </a:lvl4pPr>
            <a:lvl5pPr algn="r">
              <a:defRPr sz="1125" b="0">
                <a:solidFill>
                  <a:srgbClr val="587079"/>
                </a:solidFill>
              </a:defRPr>
            </a:lvl5pPr>
            <a:lvl6pPr algn="r">
              <a:defRPr sz="1125" b="0">
                <a:solidFill>
                  <a:srgbClr val="587079"/>
                </a:solidFill>
              </a:defRPr>
            </a:lvl6pPr>
            <a:lvl7pPr algn="r">
              <a:defRPr sz="1125" b="0">
                <a:solidFill>
                  <a:srgbClr val="587079"/>
                </a:solidFill>
              </a:defRPr>
            </a:lvl7pPr>
            <a:lvl8pPr algn="r">
              <a:defRPr sz="1125" b="0">
                <a:solidFill>
                  <a:srgbClr val="587079"/>
                </a:solidFill>
              </a:defRPr>
            </a:lvl8pPr>
            <a:lvl9pPr algn="r">
              <a:defRPr sz="112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7079"/>
                </a:solidFill>
              </a:defRPr>
            </a:pPr>
            <a:r>
              <a:rPr sz="1125" b="0">
                <a:solidFill>
                  <a:srgbClr val="587079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B98CF-6FBC-4293-BE5F-B9B8AF60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1066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CE806-2058-446F-BA7B-B8304B2E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</a:defRPr>
            </a:defPPr>
            <a:lvl1pPr algn="l">
              <a:defRPr sz="2100" b="1">
                <a:solidFill>
                  <a:srgbClr val="087F86"/>
                </a:solidFill>
              </a:defRPr>
            </a:lvl1pPr>
            <a:lvl2pPr algn="l">
              <a:defRPr sz="2100" b="1">
                <a:solidFill>
                  <a:srgbClr val="087F86"/>
                </a:solidFill>
              </a:defRPr>
            </a:lvl2pPr>
            <a:lvl3pPr algn="l">
              <a:defRPr sz="2100" b="1">
                <a:solidFill>
                  <a:srgbClr val="087F86"/>
                </a:solidFill>
              </a:defRPr>
            </a:lvl3pPr>
            <a:lvl4pPr algn="l">
              <a:defRPr sz="2100" b="1">
                <a:solidFill>
                  <a:srgbClr val="087F86"/>
                </a:solidFill>
              </a:defRPr>
            </a:lvl4pPr>
            <a:lvl5pPr algn="l">
              <a:defRPr sz="2100" b="1">
                <a:solidFill>
                  <a:srgbClr val="087F86"/>
                </a:solidFill>
              </a:defRPr>
            </a:lvl5pPr>
            <a:lvl6pPr algn="l">
              <a:defRPr sz="2100" b="1">
                <a:solidFill>
                  <a:srgbClr val="087F86"/>
                </a:solidFill>
              </a:defRPr>
            </a:lvl6pPr>
            <a:lvl7pPr algn="l">
              <a:defRPr sz="2100" b="1">
                <a:solidFill>
                  <a:srgbClr val="087F86"/>
                </a:solidFill>
              </a:defRPr>
            </a:lvl7pPr>
            <a:lvl8pPr algn="l">
              <a:defRPr sz="2100" b="1">
                <a:solidFill>
                  <a:srgbClr val="087F86"/>
                </a:solidFill>
              </a:defRPr>
            </a:lvl8pPr>
            <a:lvl9pPr algn="l">
              <a:defRPr sz="21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</a:defRPr>
            </a:pPr>
            <a:r>
              <a:rPr sz="2100" b="1">
                <a:solidFill>
                  <a:srgbClr val="087F86"/>
                </a:solidFill>
              </a:rPr>
              <a:t>Interfaz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2E3A3-EB04-4D3F-B868-E0A90628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Vue 3 + TypeScript + Tailwind CSS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0E6E3-DEB8-4502-8E06-C7E217FC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066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D360F-D2BC-40B0-A588-9A4E25D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</a:defRPr>
            </a:defPPr>
            <a:lvl1pPr algn="l">
              <a:defRPr sz="2100" b="1">
                <a:solidFill>
                  <a:srgbClr val="087F86"/>
                </a:solidFill>
              </a:defRPr>
            </a:lvl1pPr>
            <a:lvl2pPr algn="l">
              <a:defRPr sz="2100" b="1">
                <a:solidFill>
                  <a:srgbClr val="087F86"/>
                </a:solidFill>
              </a:defRPr>
            </a:lvl2pPr>
            <a:lvl3pPr algn="l">
              <a:defRPr sz="2100" b="1">
                <a:solidFill>
                  <a:srgbClr val="087F86"/>
                </a:solidFill>
              </a:defRPr>
            </a:lvl3pPr>
            <a:lvl4pPr algn="l">
              <a:defRPr sz="2100" b="1">
                <a:solidFill>
                  <a:srgbClr val="087F86"/>
                </a:solidFill>
              </a:defRPr>
            </a:lvl4pPr>
            <a:lvl5pPr algn="l">
              <a:defRPr sz="2100" b="1">
                <a:solidFill>
                  <a:srgbClr val="087F86"/>
                </a:solidFill>
              </a:defRPr>
            </a:lvl5pPr>
            <a:lvl6pPr algn="l">
              <a:defRPr sz="2100" b="1">
                <a:solidFill>
                  <a:srgbClr val="087F86"/>
                </a:solidFill>
              </a:defRPr>
            </a:lvl6pPr>
            <a:lvl7pPr algn="l">
              <a:defRPr sz="2100" b="1">
                <a:solidFill>
                  <a:srgbClr val="087F86"/>
                </a:solidFill>
              </a:defRPr>
            </a:lvl7pPr>
            <a:lvl8pPr algn="l">
              <a:defRPr sz="2100" b="1">
                <a:solidFill>
                  <a:srgbClr val="087F86"/>
                </a:solidFill>
              </a:defRPr>
            </a:lvl8pPr>
            <a:lvl9pPr algn="l">
              <a:defRPr sz="21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</a:defRPr>
            </a:pPr>
            <a:r>
              <a:rPr sz="2100" b="1">
                <a:solidFill>
                  <a:srgbClr val="087F86"/>
                </a:solidFill>
              </a:rPr>
              <a:t>Comunicación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5D0CE-39A9-4344-A054-980F7979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14625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Inertia.js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91A3D-159E-4FA2-9DF8-0BC0AE07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066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62D1E-B203-4EFA-891C-4D781455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</a:defRPr>
            </a:defPPr>
            <a:lvl1pPr algn="l">
              <a:defRPr sz="2100" b="1">
                <a:solidFill>
                  <a:srgbClr val="087F86"/>
                </a:solidFill>
              </a:defRPr>
            </a:lvl1pPr>
            <a:lvl2pPr algn="l">
              <a:defRPr sz="2100" b="1">
                <a:solidFill>
                  <a:srgbClr val="087F86"/>
                </a:solidFill>
              </a:defRPr>
            </a:lvl2pPr>
            <a:lvl3pPr algn="l">
              <a:defRPr sz="2100" b="1">
                <a:solidFill>
                  <a:srgbClr val="087F86"/>
                </a:solidFill>
              </a:defRPr>
            </a:lvl3pPr>
            <a:lvl4pPr algn="l">
              <a:defRPr sz="2100" b="1">
                <a:solidFill>
                  <a:srgbClr val="087F86"/>
                </a:solidFill>
              </a:defRPr>
            </a:lvl4pPr>
            <a:lvl5pPr algn="l">
              <a:defRPr sz="2100" b="1">
                <a:solidFill>
                  <a:srgbClr val="087F86"/>
                </a:solidFill>
              </a:defRPr>
            </a:lvl5pPr>
            <a:lvl6pPr algn="l">
              <a:defRPr sz="2100" b="1">
                <a:solidFill>
                  <a:srgbClr val="087F86"/>
                </a:solidFill>
              </a:defRPr>
            </a:lvl6pPr>
            <a:lvl7pPr algn="l">
              <a:defRPr sz="2100" b="1">
                <a:solidFill>
                  <a:srgbClr val="087F86"/>
                </a:solidFill>
              </a:defRPr>
            </a:lvl7pPr>
            <a:lvl8pPr algn="l">
              <a:defRPr sz="2100" b="1">
                <a:solidFill>
                  <a:srgbClr val="087F86"/>
                </a:solidFill>
              </a:defRPr>
            </a:lvl8pPr>
            <a:lvl9pPr algn="l">
              <a:defRPr sz="21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</a:defRPr>
            </a:pPr>
            <a:r>
              <a:rPr sz="2100" b="1">
                <a:solidFill>
                  <a:srgbClr val="087F86"/>
                </a:solidFill>
              </a:rPr>
              <a:t>Servidor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4FC8B-6480-4C7B-A5E1-334CA6D0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7190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Laravel: rutas, validación y servicios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A073B-EE74-4FEA-8AB1-33C75437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66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892DE-F6F2-4DF6-859D-F5AFF653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2917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</a:defRPr>
            </a:defPPr>
            <a:lvl1pPr algn="l">
              <a:defRPr sz="2100" b="1">
                <a:solidFill>
                  <a:srgbClr val="087F86"/>
                </a:solidFill>
              </a:defRPr>
            </a:lvl1pPr>
            <a:lvl2pPr algn="l">
              <a:defRPr sz="2100" b="1">
                <a:solidFill>
                  <a:srgbClr val="087F86"/>
                </a:solidFill>
              </a:defRPr>
            </a:lvl2pPr>
            <a:lvl3pPr algn="l">
              <a:defRPr sz="2100" b="1">
                <a:solidFill>
                  <a:srgbClr val="087F86"/>
                </a:solidFill>
              </a:defRPr>
            </a:lvl3pPr>
            <a:lvl4pPr algn="l">
              <a:defRPr sz="2100" b="1">
                <a:solidFill>
                  <a:srgbClr val="087F86"/>
                </a:solidFill>
              </a:defRPr>
            </a:lvl4pPr>
            <a:lvl5pPr algn="l">
              <a:defRPr sz="2100" b="1">
                <a:solidFill>
                  <a:srgbClr val="087F86"/>
                </a:solidFill>
              </a:defRPr>
            </a:lvl5pPr>
            <a:lvl6pPr algn="l">
              <a:defRPr sz="2100" b="1">
                <a:solidFill>
                  <a:srgbClr val="087F86"/>
                </a:solidFill>
              </a:defRPr>
            </a:lvl6pPr>
            <a:lvl7pPr algn="l">
              <a:defRPr sz="2100" b="1">
                <a:solidFill>
                  <a:srgbClr val="087F86"/>
                </a:solidFill>
              </a:defRPr>
            </a:lvl7pPr>
            <a:lvl8pPr algn="l">
              <a:defRPr sz="2100" b="1">
                <a:solidFill>
                  <a:srgbClr val="087F86"/>
                </a:solidFill>
              </a:defRPr>
            </a:lvl8pPr>
            <a:lvl9pPr algn="l">
              <a:defRPr sz="21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</a:defRPr>
            </a:pPr>
            <a:r>
              <a:rPr sz="2100" b="1">
                <a:solidFill>
                  <a:srgbClr val="087F86"/>
                </a:solidFill>
              </a:rPr>
              <a:t>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EC082-D3BB-41D9-8CFB-F5A3CF62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29175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Eloquent + MySQL</a:t>
            </a:r>
          </a:p>
        </p:txBody>
      </p:sp>
    </p:spTree>
    <p:extLst>
      <p:ext uri="{BB962C8B-B14F-4D97-AF65-F5344CB8AC3E}">
        <p14:creationId xmlns:p14="http://schemas.microsoft.com/office/powerpoint/2010/main" val="428457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72CFD-0D11-4FB3-B10B-A38A8F68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</a:defRPr>
            </a:defPPr>
            <a:lvl1pPr algn="l">
              <a:defRPr sz="2925" b="1">
                <a:solidFill>
                  <a:srgbClr val="FFFFFF"/>
                </a:solidFill>
              </a:defRPr>
            </a:lvl1pPr>
            <a:lvl2pPr algn="l">
              <a:defRPr sz="2925" b="1">
                <a:solidFill>
                  <a:srgbClr val="FFFFFF"/>
                </a:solidFill>
              </a:defRPr>
            </a:lvl2pPr>
            <a:lvl3pPr algn="l">
              <a:defRPr sz="2925" b="1">
                <a:solidFill>
                  <a:srgbClr val="FFFFFF"/>
                </a:solidFill>
              </a:defRPr>
            </a:lvl3pPr>
            <a:lvl4pPr algn="l">
              <a:defRPr sz="2925" b="1">
                <a:solidFill>
                  <a:srgbClr val="FFFFFF"/>
                </a:solidFill>
              </a:defRPr>
            </a:lvl4pPr>
            <a:lvl5pPr algn="l">
              <a:defRPr sz="2925" b="1">
                <a:solidFill>
                  <a:srgbClr val="FFFFFF"/>
                </a:solidFill>
              </a:defRPr>
            </a:lvl5pPr>
            <a:lvl6pPr algn="l">
              <a:defRPr sz="2925" b="1">
                <a:solidFill>
                  <a:srgbClr val="FFFFFF"/>
                </a:solidFill>
              </a:defRPr>
            </a:lvl6pPr>
            <a:lvl7pPr algn="l">
              <a:defRPr sz="2925" b="1">
                <a:solidFill>
                  <a:srgbClr val="FFFFFF"/>
                </a:solidFill>
              </a:defRPr>
            </a:lvl7pPr>
            <a:lvl8pPr algn="l">
              <a:defRPr sz="2925" b="1">
                <a:solidFill>
                  <a:srgbClr val="FFFFFF"/>
                </a:solidFill>
              </a:defRPr>
            </a:lvl8pPr>
            <a:lvl9pPr algn="l">
              <a:defRPr sz="29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Tecnologías y función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1D08C-D086-422C-9048-F401338B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D5E9E7"/>
                </a:solidFill>
              </a:defRPr>
            </a:defPPr>
            <a:lvl1pPr algn="r">
              <a:defRPr sz="1125" b="0">
                <a:solidFill>
                  <a:srgbClr val="D5E9E7"/>
                </a:solidFill>
              </a:defRPr>
            </a:lvl1pPr>
            <a:lvl2pPr algn="r">
              <a:defRPr sz="1125" b="0">
                <a:solidFill>
                  <a:srgbClr val="D5E9E7"/>
                </a:solidFill>
              </a:defRPr>
            </a:lvl2pPr>
            <a:lvl3pPr algn="r">
              <a:defRPr sz="1125" b="0">
                <a:solidFill>
                  <a:srgbClr val="D5E9E7"/>
                </a:solidFill>
              </a:defRPr>
            </a:lvl3pPr>
            <a:lvl4pPr algn="r">
              <a:defRPr sz="1125" b="0">
                <a:solidFill>
                  <a:srgbClr val="D5E9E7"/>
                </a:solidFill>
              </a:defRPr>
            </a:lvl4pPr>
            <a:lvl5pPr algn="r">
              <a:defRPr sz="1125" b="0">
                <a:solidFill>
                  <a:srgbClr val="D5E9E7"/>
                </a:solidFill>
              </a:defRPr>
            </a:lvl5pPr>
            <a:lvl6pPr algn="r">
              <a:defRPr sz="1125" b="0">
                <a:solidFill>
                  <a:srgbClr val="D5E9E7"/>
                </a:solidFill>
              </a:defRPr>
            </a:lvl6pPr>
            <a:lvl7pPr algn="r">
              <a:defRPr sz="1125" b="0">
                <a:solidFill>
                  <a:srgbClr val="D5E9E7"/>
                </a:solidFill>
              </a:defRPr>
            </a:lvl7pPr>
            <a:lvl8pPr algn="r">
              <a:defRPr sz="1125" b="0">
                <a:solidFill>
                  <a:srgbClr val="D5E9E7"/>
                </a:solidFill>
              </a:defRPr>
            </a:lvl8pPr>
            <a:lvl9pPr algn="r">
              <a:defRPr sz="1125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D5E9E7"/>
                </a:solidFill>
              </a:defRPr>
            </a:pPr>
            <a:r>
              <a:rPr sz="1125" b="0">
                <a:solidFill>
                  <a:srgbClr val="D5E9E7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4F2D4-F9D7-4723-A45D-1401C15C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D6A545"/>
                </a:solidFill>
              </a:defRPr>
            </a:defPPr>
            <a:lvl1pPr algn="l">
              <a:defRPr sz="2175" b="1">
                <a:solidFill>
                  <a:srgbClr val="D6A545"/>
                </a:solidFill>
              </a:defRPr>
            </a:lvl1pPr>
            <a:lvl2pPr algn="l">
              <a:defRPr sz="2175" b="1">
                <a:solidFill>
                  <a:srgbClr val="D6A545"/>
                </a:solidFill>
              </a:defRPr>
            </a:lvl2pPr>
            <a:lvl3pPr algn="l">
              <a:defRPr sz="2175" b="1">
                <a:solidFill>
                  <a:srgbClr val="D6A545"/>
                </a:solidFill>
              </a:defRPr>
            </a:lvl3pPr>
            <a:lvl4pPr algn="l">
              <a:defRPr sz="2175" b="1">
                <a:solidFill>
                  <a:srgbClr val="D6A545"/>
                </a:solidFill>
              </a:defRPr>
            </a:lvl4pPr>
            <a:lvl5pPr algn="l">
              <a:defRPr sz="2175" b="1">
                <a:solidFill>
                  <a:srgbClr val="D6A545"/>
                </a:solidFill>
              </a:defRPr>
            </a:lvl5pPr>
            <a:lvl6pPr algn="l">
              <a:defRPr sz="2175" b="1">
                <a:solidFill>
                  <a:srgbClr val="D6A545"/>
                </a:solidFill>
              </a:defRPr>
            </a:lvl6pPr>
            <a:lvl7pPr algn="l">
              <a:defRPr sz="2175" b="1">
                <a:solidFill>
                  <a:srgbClr val="D6A545"/>
                </a:solidFill>
              </a:defRPr>
            </a:lvl7pPr>
            <a:lvl8pPr algn="l">
              <a:defRPr sz="2175" b="1">
                <a:solidFill>
                  <a:srgbClr val="D6A545"/>
                </a:solidFill>
              </a:defRPr>
            </a:lvl8pPr>
            <a:lvl9pPr algn="l">
              <a:defRPr sz="2175" b="1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D6A545"/>
                </a:solidFill>
              </a:defRPr>
            </a:pPr>
            <a:r>
              <a:rPr sz="2175" b="1">
                <a:solidFill>
                  <a:srgbClr val="D6A545"/>
                </a:solidFill>
              </a:rPr>
              <a:t>Backend y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AA52E-2551-4DEF-B023-D1EB401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</a:defRPr>
            </a:defPPr>
            <a:lvl1pPr algn="l">
              <a:defRPr sz="2100" b="0">
                <a:solidFill>
                  <a:srgbClr val="FFFFFF"/>
                </a:solidFill>
              </a:defRPr>
            </a:lvl1pPr>
            <a:lvl2pPr algn="l">
              <a:defRPr sz="2100" b="0">
                <a:solidFill>
                  <a:srgbClr val="FFFFFF"/>
                </a:solidFill>
              </a:defRPr>
            </a:lvl2pPr>
            <a:lvl3pPr algn="l">
              <a:defRPr sz="2100" b="0">
                <a:solidFill>
                  <a:srgbClr val="FFFFFF"/>
                </a:solidFill>
              </a:defRPr>
            </a:lvl3pPr>
            <a:lvl4pPr algn="l">
              <a:defRPr sz="2100" b="0">
                <a:solidFill>
                  <a:srgbClr val="FFFFFF"/>
                </a:solidFill>
              </a:defRPr>
            </a:lvl4pPr>
            <a:lvl5pPr algn="l">
              <a:defRPr sz="2100" b="0">
                <a:solidFill>
                  <a:srgbClr val="FFFFFF"/>
                </a:solidFill>
              </a:defRPr>
            </a:lvl5pPr>
            <a:lvl6pPr algn="l">
              <a:defRPr sz="2100" b="0">
                <a:solidFill>
                  <a:srgbClr val="FFFFFF"/>
                </a:solidFill>
              </a:defRPr>
            </a:lvl6pPr>
            <a:lvl7pPr algn="l">
              <a:defRPr sz="2100" b="0">
                <a:solidFill>
                  <a:srgbClr val="FFFFFF"/>
                </a:solidFill>
              </a:defRPr>
            </a:lvl7pPr>
            <a:lvl8pPr algn="l">
              <a:defRPr sz="2100" b="0">
                <a:solidFill>
                  <a:srgbClr val="FFFFFF"/>
                </a:solidFill>
              </a:defRPr>
            </a:lvl8pPr>
            <a:lvl9pPr algn="l"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Laravel 13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PHP 8.3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MySQL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Fortify y Spatie Permission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D9AFC-436F-4A41-8C8A-2C75C2B7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D6A545"/>
                </a:solidFill>
              </a:defRPr>
            </a:defPPr>
            <a:lvl1pPr algn="l">
              <a:defRPr sz="2175" b="1">
                <a:solidFill>
                  <a:srgbClr val="D6A545"/>
                </a:solidFill>
              </a:defRPr>
            </a:lvl1pPr>
            <a:lvl2pPr algn="l">
              <a:defRPr sz="2175" b="1">
                <a:solidFill>
                  <a:srgbClr val="D6A545"/>
                </a:solidFill>
              </a:defRPr>
            </a:lvl2pPr>
            <a:lvl3pPr algn="l">
              <a:defRPr sz="2175" b="1">
                <a:solidFill>
                  <a:srgbClr val="D6A545"/>
                </a:solidFill>
              </a:defRPr>
            </a:lvl3pPr>
            <a:lvl4pPr algn="l">
              <a:defRPr sz="2175" b="1">
                <a:solidFill>
                  <a:srgbClr val="D6A545"/>
                </a:solidFill>
              </a:defRPr>
            </a:lvl4pPr>
            <a:lvl5pPr algn="l">
              <a:defRPr sz="2175" b="1">
                <a:solidFill>
                  <a:srgbClr val="D6A545"/>
                </a:solidFill>
              </a:defRPr>
            </a:lvl5pPr>
            <a:lvl6pPr algn="l">
              <a:defRPr sz="2175" b="1">
                <a:solidFill>
                  <a:srgbClr val="D6A545"/>
                </a:solidFill>
              </a:defRPr>
            </a:lvl6pPr>
            <a:lvl7pPr algn="l">
              <a:defRPr sz="2175" b="1">
                <a:solidFill>
                  <a:srgbClr val="D6A545"/>
                </a:solidFill>
              </a:defRPr>
            </a:lvl7pPr>
            <a:lvl8pPr algn="l">
              <a:defRPr sz="2175" b="1">
                <a:solidFill>
                  <a:srgbClr val="D6A545"/>
                </a:solidFill>
              </a:defRPr>
            </a:lvl8pPr>
            <a:lvl9pPr algn="l">
              <a:defRPr sz="2175" b="1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D6A545"/>
                </a:solidFill>
              </a:defRPr>
            </a:pPr>
            <a:r>
              <a:rPr sz="2175" b="1">
                <a:solidFill>
                  <a:srgbClr val="D6A545"/>
                </a:solidFill>
              </a:rPr>
              <a:t>Interfaz y análisis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36451-5E07-4B53-8C0F-489F3343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812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</a:defRPr>
            </a:defPPr>
            <a:lvl1pPr algn="l">
              <a:defRPr sz="2100" b="0">
                <a:solidFill>
                  <a:srgbClr val="FFFFFF"/>
                </a:solidFill>
              </a:defRPr>
            </a:lvl1pPr>
            <a:lvl2pPr algn="l">
              <a:defRPr sz="2100" b="0">
                <a:solidFill>
                  <a:srgbClr val="FFFFFF"/>
                </a:solidFill>
              </a:defRPr>
            </a:lvl2pPr>
            <a:lvl3pPr algn="l">
              <a:defRPr sz="2100" b="0">
                <a:solidFill>
                  <a:srgbClr val="FFFFFF"/>
                </a:solidFill>
              </a:defRPr>
            </a:lvl3pPr>
            <a:lvl4pPr algn="l">
              <a:defRPr sz="2100" b="0">
                <a:solidFill>
                  <a:srgbClr val="FFFFFF"/>
                </a:solidFill>
              </a:defRPr>
            </a:lvl4pPr>
            <a:lvl5pPr algn="l">
              <a:defRPr sz="2100" b="0">
                <a:solidFill>
                  <a:srgbClr val="FFFFFF"/>
                </a:solidFill>
              </a:defRPr>
            </a:lvl5pPr>
            <a:lvl6pPr algn="l">
              <a:defRPr sz="2100" b="0">
                <a:solidFill>
                  <a:srgbClr val="FFFFFF"/>
                </a:solidFill>
              </a:defRPr>
            </a:lvl6pPr>
            <a:lvl7pPr algn="l">
              <a:defRPr sz="2100" b="0">
                <a:solidFill>
                  <a:srgbClr val="FFFFFF"/>
                </a:solidFill>
              </a:defRPr>
            </a:lvl7pPr>
            <a:lvl8pPr algn="l">
              <a:defRPr sz="2100" b="0">
                <a:solidFill>
                  <a:srgbClr val="FFFFFF"/>
                </a:solidFill>
              </a:defRPr>
            </a:lvl8pPr>
            <a:lvl9pPr algn="l">
              <a:defRPr sz="21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Vue 3 + TypeScript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Inertia.js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Tailwind CSS + Vite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Chart.js y exportaciones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0C08F-1B2B-4554-955B-37BA5D9A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D5E9E7"/>
                </a:solidFill>
              </a:defRPr>
            </a:defPPr>
            <a:lvl1pPr algn="l">
              <a:defRPr sz="1650" b="0">
                <a:solidFill>
                  <a:srgbClr val="D5E9E7"/>
                </a:solidFill>
              </a:defRPr>
            </a:lvl1pPr>
            <a:lvl2pPr algn="l">
              <a:defRPr sz="1650" b="0">
                <a:solidFill>
                  <a:srgbClr val="D5E9E7"/>
                </a:solidFill>
              </a:defRPr>
            </a:lvl2pPr>
            <a:lvl3pPr algn="l">
              <a:defRPr sz="1650" b="0">
                <a:solidFill>
                  <a:srgbClr val="D5E9E7"/>
                </a:solidFill>
              </a:defRPr>
            </a:lvl3pPr>
            <a:lvl4pPr algn="l">
              <a:defRPr sz="1650" b="0">
                <a:solidFill>
                  <a:srgbClr val="D5E9E7"/>
                </a:solidFill>
              </a:defRPr>
            </a:lvl4pPr>
            <a:lvl5pPr algn="l">
              <a:defRPr sz="1650" b="0">
                <a:solidFill>
                  <a:srgbClr val="D5E9E7"/>
                </a:solidFill>
              </a:defRPr>
            </a:lvl5pPr>
            <a:lvl6pPr algn="l">
              <a:defRPr sz="1650" b="0">
                <a:solidFill>
                  <a:srgbClr val="D5E9E7"/>
                </a:solidFill>
              </a:defRPr>
            </a:lvl6pPr>
            <a:lvl7pPr algn="l">
              <a:defRPr sz="1650" b="0">
                <a:solidFill>
                  <a:srgbClr val="D5E9E7"/>
                </a:solidFill>
              </a:defRPr>
            </a:lvl7pPr>
            <a:lvl8pPr algn="l">
              <a:defRPr sz="1650" b="0">
                <a:solidFill>
                  <a:srgbClr val="D5E9E7"/>
                </a:solidFill>
              </a:defRPr>
            </a:lvl8pPr>
            <a:lvl9pPr algn="l">
              <a:defRPr sz="1650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5E9E7"/>
                </a:solidFill>
              </a:defRPr>
            </a:pPr>
            <a:r>
              <a:rPr sz="1650" b="0">
                <a:solidFill>
                  <a:srgbClr val="D5E9E7"/>
                </a:solidFill>
              </a:rPr>
              <a:t>Cada herramienta tiene una responsabilidad concreta dentro del sistema.</a:t>
            </a:r>
          </a:p>
        </p:txBody>
      </p:sp>
    </p:spTree>
    <p:extLst>
      <p:ext uri="{BB962C8B-B14F-4D97-AF65-F5344CB8AC3E}">
        <p14:creationId xmlns:p14="http://schemas.microsoft.com/office/powerpoint/2010/main" val="15654608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9984B-F9BF-462B-AFC3-8F148DE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17313C"/>
                </a:solidFill>
              </a:defRPr>
            </a:defPPr>
            <a:lvl1pPr algn="l">
              <a:defRPr sz="2925" b="1">
                <a:solidFill>
                  <a:srgbClr val="17313C"/>
                </a:solidFill>
              </a:defRPr>
            </a:lvl1pPr>
            <a:lvl2pPr algn="l">
              <a:defRPr sz="2925" b="1">
                <a:solidFill>
                  <a:srgbClr val="17313C"/>
                </a:solidFill>
              </a:defRPr>
            </a:lvl2pPr>
            <a:lvl3pPr algn="l">
              <a:defRPr sz="2925" b="1">
                <a:solidFill>
                  <a:srgbClr val="17313C"/>
                </a:solidFill>
              </a:defRPr>
            </a:lvl3pPr>
            <a:lvl4pPr algn="l">
              <a:defRPr sz="2925" b="1">
                <a:solidFill>
                  <a:srgbClr val="17313C"/>
                </a:solidFill>
              </a:defRPr>
            </a:lvl4pPr>
            <a:lvl5pPr algn="l">
              <a:defRPr sz="2925" b="1">
                <a:solidFill>
                  <a:srgbClr val="17313C"/>
                </a:solidFill>
              </a:defRPr>
            </a:lvl5pPr>
            <a:lvl6pPr algn="l">
              <a:defRPr sz="2925" b="1">
                <a:solidFill>
                  <a:srgbClr val="17313C"/>
                </a:solidFill>
              </a:defRPr>
            </a:lvl6pPr>
            <a:lvl7pPr algn="l">
              <a:defRPr sz="2925" b="1">
                <a:solidFill>
                  <a:srgbClr val="17313C"/>
                </a:solidFill>
              </a:defRPr>
            </a:lvl7pPr>
            <a:lvl8pPr algn="l">
              <a:defRPr sz="2925" b="1">
                <a:solidFill>
                  <a:srgbClr val="17313C"/>
                </a:solidFill>
              </a:defRPr>
            </a:lvl8pPr>
            <a:lvl9pPr algn="l">
              <a:defRPr sz="29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13C"/>
                </a:solidFill>
              </a:defRPr>
            </a:pPr>
            <a:r>
              <a:rPr sz="2925" b="1">
                <a:solidFill>
                  <a:srgbClr val="17313C"/>
                </a:solidFill>
              </a:rPr>
              <a:t>Modelo de datos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D5646-6E2A-4A00-8AD1-459001A0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587079"/>
                </a:solidFill>
              </a:defRPr>
            </a:defPPr>
            <a:lvl1pPr algn="r">
              <a:defRPr sz="1125" b="0">
                <a:solidFill>
                  <a:srgbClr val="587079"/>
                </a:solidFill>
              </a:defRPr>
            </a:lvl1pPr>
            <a:lvl2pPr algn="r">
              <a:defRPr sz="1125" b="0">
                <a:solidFill>
                  <a:srgbClr val="587079"/>
                </a:solidFill>
              </a:defRPr>
            </a:lvl2pPr>
            <a:lvl3pPr algn="r">
              <a:defRPr sz="1125" b="0">
                <a:solidFill>
                  <a:srgbClr val="587079"/>
                </a:solidFill>
              </a:defRPr>
            </a:lvl3pPr>
            <a:lvl4pPr algn="r">
              <a:defRPr sz="1125" b="0">
                <a:solidFill>
                  <a:srgbClr val="587079"/>
                </a:solidFill>
              </a:defRPr>
            </a:lvl4pPr>
            <a:lvl5pPr algn="r">
              <a:defRPr sz="1125" b="0">
                <a:solidFill>
                  <a:srgbClr val="587079"/>
                </a:solidFill>
              </a:defRPr>
            </a:lvl5pPr>
            <a:lvl6pPr algn="r">
              <a:defRPr sz="1125" b="0">
                <a:solidFill>
                  <a:srgbClr val="587079"/>
                </a:solidFill>
              </a:defRPr>
            </a:lvl6pPr>
            <a:lvl7pPr algn="r">
              <a:defRPr sz="1125" b="0">
                <a:solidFill>
                  <a:srgbClr val="587079"/>
                </a:solidFill>
              </a:defRPr>
            </a:lvl7pPr>
            <a:lvl8pPr algn="r">
              <a:defRPr sz="1125" b="0">
                <a:solidFill>
                  <a:srgbClr val="587079"/>
                </a:solidFill>
              </a:defRPr>
            </a:lvl8pPr>
            <a:lvl9pPr algn="r">
              <a:defRPr sz="112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7079"/>
                </a:solidFill>
              </a:defRPr>
            </a:pPr>
            <a:r>
              <a:rPr sz="1125" b="0">
                <a:solidFill>
                  <a:srgbClr val="587079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C0B1D-DFA7-4F76-84B3-1E7E8B8F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087F86"/>
                </a:solidFill>
              </a:defRPr>
            </a:defPPr>
            <a:lvl1pPr algn="l">
              <a:defRPr sz="2025" b="1">
                <a:solidFill>
                  <a:srgbClr val="087F86"/>
                </a:solidFill>
              </a:defRPr>
            </a:lvl1pPr>
            <a:lvl2pPr algn="l">
              <a:defRPr sz="2025" b="1">
                <a:solidFill>
                  <a:srgbClr val="087F86"/>
                </a:solidFill>
              </a:defRPr>
            </a:lvl2pPr>
            <a:lvl3pPr algn="l">
              <a:defRPr sz="2025" b="1">
                <a:solidFill>
                  <a:srgbClr val="087F86"/>
                </a:solidFill>
              </a:defRPr>
            </a:lvl3pPr>
            <a:lvl4pPr algn="l">
              <a:defRPr sz="2025" b="1">
                <a:solidFill>
                  <a:srgbClr val="087F86"/>
                </a:solidFill>
              </a:defRPr>
            </a:lvl4pPr>
            <a:lvl5pPr algn="l">
              <a:defRPr sz="2025" b="1">
                <a:solidFill>
                  <a:srgbClr val="087F86"/>
                </a:solidFill>
              </a:defRPr>
            </a:lvl5pPr>
            <a:lvl6pPr algn="l">
              <a:defRPr sz="2025" b="1">
                <a:solidFill>
                  <a:srgbClr val="087F86"/>
                </a:solidFill>
              </a:defRPr>
            </a:lvl6pPr>
            <a:lvl7pPr algn="l">
              <a:defRPr sz="2025" b="1">
                <a:solidFill>
                  <a:srgbClr val="087F86"/>
                </a:solidFill>
              </a:defRPr>
            </a:lvl7pPr>
            <a:lvl8pPr algn="l">
              <a:defRPr sz="2025" b="1">
                <a:solidFill>
                  <a:srgbClr val="087F86"/>
                </a:solidFill>
              </a:defRPr>
            </a:lvl8pPr>
            <a:lvl9pPr algn="l">
              <a:defRPr sz="202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6"/>
                </a:solidFill>
              </a:defRPr>
            </a:pPr>
            <a:r>
              <a:rPr sz="2025" b="1">
                <a:solidFill>
                  <a:srgbClr val="087F86"/>
                </a:solidFill>
              </a:rPr>
              <a:t>Catálogo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E9CDB-0B83-4022-A444-289A46C3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95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13C"/>
                </a:solidFill>
              </a:defRPr>
            </a:defPPr>
            <a:lvl1pPr algn="l">
              <a:defRPr sz="2025" b="0">
                <a:solidFill>
                  <a:srgbClr val="17313C"/>
                </a:solidFill>
              </a:defRPr>
            </a:lvl1pPr>
            <a:lvl2pPr algn="l">
              <a:defRPr sz="2025" b="0">
                <a:solidFill>
                  <a:srgbClr val="17313C"/>
                </a:solidFill>
              </a:defRPr>
            </a:lvl2pPr>
            <a:lvl3pPr algn="l">
              <a:defRPr sz="2025" b="0">
                <a:solidFill>
                  <a:srgbClr val="17313C"/>
                </a:solidFill>
              </a:defRPr>
            </a:lvl3pPr>
            <a:lvl4pPr algn="l">
              <a:defRPr sz="2025" b="0">
                <a:solidFill>
                  <a:srgbClr val="17313C"/>
                </a:solidFill>
              </a:defRPr>
            </a:lvl4pPr>
            <a:lvl5pPr algn="l">
              <a:defRPr sz="2025" b="0">
                <a:solidFill>
                  <a:srgbClr val="17313C"/>
                </a:solidFill>
              </a:defRPr>
            </a:lvl5pPr>
            <a:lvl6pPr algn="l">
              <a:defRPr sz="2025" b="0">
                <a:solidFill>
                  <a:srgbClr val="17313C"/>
                </a:solidFill>
              </a:defRPr>
            </a:lvl6pPr>
            <a:lvl7pPr algn="l">
              <a:defRPr sz="2025" b="0">
                <a:solidFill>
                  <a:srgbClr val="17313C"/>
                </a:solidFill>
              </a:defRPr>
            </a:lvl7pPr>
            <a:lvl8pPr algn="l">
              <a:defRPr sz="2025" b="0">
                <a:solidFill>
                  <a:srgbClr val="17313C"/>
                </a:solidFill>
              </a:defRPr>
            </a:lvl8pPr>
            <a:lvl9pPr algn="l">
              <a:defRPr sz="202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categorías</a:t>
            </a:r>
          </a:p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marcas</a:t>
            </a:r>
          </a:p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productos</a:t>
            </a:r>
          </a:p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imágenes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F92CC-0500-45A9-948D-059E7BC4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087F86"/>
                </a:solidFill>
              </a:defRPr>
            </a:defPPr>
            <a:lvl1pPr algn="l">
              <a:defRPr sz="2025" b="1">
                <a:solidFill>
                  <a:srgbClr val="087F86"/>
                </a:solidFill>
              </a:defRPr>
            </a:lvl1pPr>
            <a:lvl2pPr algn="l">
              <a:defRPr sz="2025" b="1">
                <a:solidFill>
                  <a:srgbClr val="087F86"/>
                </a:solidFill>
              </a:defRPr>
            </a:lvl2pPr>
            <a:lvl3pPr algn="l">
              <a:defRPr sz="2025" b="1">
                <a:solidFill>
                  <a:srgbClr val="087F86"/>
                </a:solidFill>
              </a:defRPr>
            </a:lvl3pPr>
            <a:lvl4pPr algn="l">
              <a:defRPr sz="2025" b="1">
                <a:solidFill>
                  <a:srgbClr val="087F86"/>
                </a:solidFill>
              </a:defRPr>
            </a:lvl4pPr>
            <a:lvl5pPr algn="l">
              <a:defRPr sz="2025" b="1">
                <a:solidFill>
                  <a:srgbClr val="087F86"/>
                </a:solidFill>
              </a:defRPr>
            </a:lvl5pPr>
            <a:lvl6pPr algn="l">
              <a:defRPr sz="2025" b="1">
                <a:solidFill>
                  <a:srgbClr val="087F86"/>
                </a:solidFill>
              </a:defRPr>
            </a:lvl6pPr>
            <a:lvl7pPr algn="l">
              <a:defRPr sz="2025" b="1">
                <a:solidFill>
                  <a:srgbClr val="087F86"/>
                </a:solidFill>
              </a:defRPr>
            </a:lvl7pPr>
            <a:lvl8pPr algn="l">
              <a:defRPr sz="2025" b="1">
                <a:solidFill>
                  <a:srgbClr val="087F86"/>
                </a:solidFill>
              </a:defRPr>
            </a:lvl8pPr>
            <a:lvl9pPr algn="l">
              <a:defRPr sz="202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6"/>
                </a:solidFill>
              </a:defRPr>
            </a:pPr>
            <a:r>
              <a:rPr sz="2025" b="1">
                <a:solidFill>
                  <a:srgbClr val="087F86"/>
                </a:solidFill>
              </a:rPr>
              <a:t>Operación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78685-5D07-4FA5-86C3-B60842DC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13C"/>
                </a:solidFill>
              </a:defRPr>
            </a:defPPr>
            <a:lvl1pPr algn="l">
              <a:defRPr sz="2025" b="0">
                <a:solidFill>
                  <a:srgbClr val="17313C"/>
                </a:solidFill>
              </a:defRPr>
            </a:lvl1pPr>
            <a:lvl2pPr algn="l">
              <a:defRPr sz="2025" b="0">
                <a:solidFill>
                  <a:srgbClr val="17313C"/>
                </a:solidFill>
              </a:defRPr>
            </a:lvl2pPr>
            <a:lvl3pPr algn="l">
              <a:defRPr sz="2025" b="0">
                <a:solidFill>
                  <a:srgbClr val="17313C"/>
                </a:solidFill>
              </a:defRPr>
            </a:lvl3pPr>
            <a:lvl4pPr algn="l">
              <a:defRPr sz="2025" b="0">
                <a:solidFill>
                  <a:srgbClr val="17313C"/>
                </a:solidFill>
              </a:defRPr>
            </a:lvl4pPr>
            <a:lvl5pPr algn="l">
              <a:defRPr sz="2025" b="0">
                <a:solidFill>
                  <a:srgbClr val="17313C"/>
                </a:solidFill>
              </a:defRPr>
            </a:lvl5pPr>
            <a:lvl6pPr algn="l">
              <a:defRPr sz="2025" b="0">
                <a:solidFill>
                  <a:srgbClr val="17313C"/>
                </a:solidFill>
              </a:defRPr>
            </a:lvl6pPr>
            <a:lvl7pPr algn="l">
              <a:defRPr sz="2025" b="0">
                <a:solidFill>
                  <a:srgbClr val="17313C"/>
                </a:solidFill>
              </a:defRPr>
            </a:lvl7pPr>
            <a:lvl8pPr algn="l">
              <a:defRPr sz="2025" b="0">
                <a:solidFill>
                  <a:srgbClr val="17313C"/>
                </a:solidFill>
              </a:defRPr>
            </a:lvl8pPr>
            <a:lvl9pPr algn="l">
              <a:defRPr sz="202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clientes</a:t>
            </a:r>
          </a:p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consultas + ítems</a:t>
            </a:r>
          </a:p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ventas + ítems</a:t>
            </a:r>
          </a:p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compras + ítems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AAF24-FD85-4613-A44B-45290DD9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087F86"/>
                </a:solidFill>
              </a:defRPr>
            </a:defPPr>
            <a:lvl1pPr algn="l">
              <a:defRPr sz="2025" b="1">
                <a:solidFill>
                  <a:srgbClr val="087F86"/>
                </a:solidFill>
              </a:defRPr>
            </a:lvl1pPr>
            <a:lvl2pPr algn="l">
              <a:defRPr sz="2025" b="1">
                <a:solidFill>
                  <a:srgbClr val="087F86"/>
                </a:solidFill>
              </a:defRPr>
            </a:lvl2pPr>
            <a:lvl3pPr algn="l">
              <a:defRPr sz="2025" b="1">
                <a:solidFill>
                  <a:srgbClr val="087F86"/>
                </a:solidFill>
              </a:defRPr>
            </a:lvl3pPr>
            <a:lvl4pPr algn="l">
              <a:defRPr sz="2025" b="1">
                <a:solidFill>
                  <a:srgbClr val="087F86"/>
                </a:solidFill>
              </a:defRPr>
            </a:lvl4pPr>
            <a:lvl5pPr algn="l">
              <a:defRPr sz="2025" b="1">
                <a:solidFill>
                  <a:srgbClr val="087F86"/>
                </a:solidFill>
              </a:defRPr>
            </a:lvl5pPr>
            <a:lvl6pPr algn="l">
              <a:defRPr sz="2025" b="1">
                <a:solidFill>
                  <a:srgbClr val="087F86"/>
                </a:solidFill>
              </a:defRPr>
            </a:lvl6pPr>
            <a:lvl7pPr algn="l">
              <a:defRPr sz="2025" b="1">
                <a:solidFill>
                  <a:srgbClr val="087F86"/>
                </a:solidFill>
              </a:defRPr>
            </a:lvl7pPr>
            <a:lvl8pPr algn="l">
              <a:defRPr sz="2025" b="1">
                <a:solidFill>
                  <a:srgbClr val="087F86"/>
                </a:solidFill>
              </a:defRPr>
            </a:lvl8pPr>
            <a:lvl9pPr algn="l">
              <a:defRPr sz="2025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6"/>
                </a:solidFill>
              </a:defRPr>
            </a:pPr>
            <a:r>
              <a:rPr sz="2025" b="1">
                <a:solidFill>
                  <a:srgbClr val="087F86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46D06-721A-4621-B390-31F2AE29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57400"/>
            <a:ext cx="2905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13C"/>
                </a:solidFill>
              </a:defRPr>
            </a:defPPr>
            <a:lvl1pPr algn="l">
              <a:defRPr sz="2025" b="0">
                <a:solidFill>
                  <a:srgbClr val="17313C"/>
                </a:solidFill>
              </a:defRPr>
            </a:lvl1pPr>
            <a:lvl2pPr algn="l">
              <a:defRPr sz="2025" b="0">
                <a:solidFill>
                  <a:srgbClr val="17313C"/>
                </a:solidFill>
              </a:defRPr>
            </a:lvl2pPr>
            <a:lvl3pPr algn="l">
              <a:defRPr sz="2025" b="0">
                <a:solidFill>
                  <a:srgbClr val="17313C"/>
                </a:solidFill>
              </a:defRPr>
            </a:lvl3pPr>
            <a:lvl4pPr algn="l">
              <a:defRPr sz="2025" b="0">
                <a:solidFill>
                  <a:srgbClr val="17313C"/>
                </a:solidFill>
              </a:defRPr>
            </a:lvl4pPr>
            <a:lvl5pPr algn="l">
              <a:defRPr sz="2025" b="0">
                <a:solidFill>
                  <a:srgbClr val="17313C"/>
                </a:solidFill>
              </a:defRPr>
            </a:lvl5pPr>
            <a:lvl6pPr algn="l">
              <a:defRPr sz="2025" b="0">
                <a:solidFill>
                  <a:srgbClr val="17313C"/>
                </a:solidFill>
              </a:defRPr>
            </a:lvl6pPr>
            <a:lvl7pPr algn="l">
              <a:defRPr sz="2025" b="0">
                <a:solidFill>
                  <a:srgbClr val="17313C"/>
                </a:solidFill>
              </a:defRPr>
            </a:lvl7pPr>
            <a:lvl8pPr algn="l">
              <a:defRPr sz="2025" b="0">
                <a:solidFill>
                  <a:srgbClr val="17313C"/>
                </a:solidFill>
              </a:defRPr>
            </a:lvl8pPr>
            <a:lvl9pPr algn="l">
              <a:defRPr sz="202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usuarios y roles</a:t>
            </a:r>
          </a:p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movimientos de stock</a:t>
            </a:r>
          </a:p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configuraciones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CA117-6340-491D-A931-C0A158CF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87079"/>
                </a:solidFill>
              </a:defRPr>
            </a:defPPr>
            <a:lvl1pPr algn="l">
              <a:defRPr sz="1800" b="0">
                <a:solidFill>
                  <a:srgbClr val="587079"/>
                </a:solidFill>
              </a:defRPr>
            </a:lvl1pPr>
            <a:lvl2pPr algn="l">
              <a:defRPr sz="1800" b="0">
                <a:solidFill>
                  <a:srgbClr val="587079"/>
                </a:solidFill>
              </a:defRPr>
            </a:lvl2pPr>
            <a:lvl3pPr algn="l">
              <a:defRPr sz="1800" b="0">
                <a:solidFill>
                  <a:srgbClr val="587079"/>
                </a:solidFill>
              </a:defRPr>
            </a:lvl3pPr>
            <a:lvl4pPr algn="l">
              <a:defRPr sz="1800" b="0">
                <a:solidFill>
                  <a:srgbClr val="587079"/>
                </a:solidFill>
              </a:defRPr>
            </a:lvl4pPr>
            <a:lvl5pPr algn="l">
              <a:defRPr sz="1800" b="0">
                <a:solidFill>
                  <a:srgbClr val="587079"/>
                </a:solidFill>
              </a:defRPr>
            </a:lvl5pPr>
            <a:lvl6pPr algn="l">
              <a:defRPr sz="1800" b="0">
                <a:solidFill>
                  <a:srgbClr val="587079"/>
                </a:solidFill>
              </a:defRPr>
            </a:lvl6pPr>
            <a:lvl7pPr algn="l">
              <a:defRPr sz="1800" b="0">
                <a:solidFill>
                  <a:srgbClr val="587079"/>
                </a:solidFill>
              </a:defRPr>
            </a:lvl7pPr>
            <a:lvl8pPr algn="l">
              <a:defRPr sz="1800" b="0">
                <a:solidFill>
                  <a:srgbClr val="587079"/>
                </a:solidFill>
              </a:defRPr>
            </a:lvl8pPr>
            <a:lvl9pPr algn="l">
              <a:defRPr sz="1800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7079"/>
                </a:solidFill>
              </a:defRPr>
            </a:pPr>
            <a:r>
              <a:rPr sz="1800" b="0">
                <a:solidFill>
                  <a:srgbClr val="587079"/>
                </a:solidFill>
              </a:rPr>
              <a:t>Los ítems conservan los datos de cada operación aunque cambie el producto.</a:t>
            </a:r>
          </a:p>
        </p:txBody>
      </p:sp>
    </p:spTree>
    <p:extLst>
      <p:ext uri="{BB962C8B-B14F-4D97-AF65-F5344CB8AC3E}">
        <p14:creationId xmlns:p14="http://schemas.microsoft.com/office/powerpoint/2010/main" val="9034795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F31D6-DE7E-4ED8-A293-1021109E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17313C"/>
                </a:solidFill>
              </a:defRPr>
            </a:defPPr>
            <a:lvl1pPr algn="l">
              <a:defRPr sz="2925" b="1">
                <a:solidFill>
                  <a:srgbClr val="17313C"/>
                </a:solidFill>
              </a:defRPr>
            </a:lvl1pPr>
            <a:lvl2pPr algn="l">
              <a:defRPr sz="2925" b="1">
                <a:solidFill>
                  <a:srgbClr val="17313C"/>
                </a:solidFill>
              </a:defRPr>
            </a:lvl2pPr>
            <a:lvl3pPr algn="l">
              <a:defRPr sz="2925" b="1">
                <a:solidFill>
                  <a:srgbClr val="17313C"/>
                </a:solidFill>
              </a:defRPr>
            </a:lvl3pPr>
            <a:lvl4pPr algn="l">
              <a:defRPr sz="2925" b="1">
                <a:solidFill>
                  <a:srgbClr val="17313C"/>
                </a:solidFill>
              </a:defRPr>
            </a:lvl4pPr>
            <a:lvl5pPr algn="l">
              <a:defRPr sz="2925" b="1">
                <a:solidFill>
                  <a:srgbClr val="17313C"/>
                </a:solidFill>
              </a:defRPr>
            </a:lvl5pPr>
            <a:lvl6pPr algn="l">
              <a:defRPr sz="2925" b="1">
                <a:solidFill>
                  <a:srgbClr val="17313C"/>
                </a:solidFill>
              </a:defRPr>
            </a:lvl6pPr>
            <a:lvl7pPr algn="l">
              <a:defRPr sz="2925" b="1">
                <a:solidFill>
                  <a:srgbClr val="17313C"/>
                </a:solidFill>
              </a:defRPr>
            </a:lvl7pPr>
            <a:lvl8pPr algn="l">
              <a:defRPr sz="2925" b="1">
                <a:solidFill>
                  <a:srgbClr val="17313C"/>
                </a:solidFill>
              </a:defRPr>
            </a:lvl8pPr>
            <a:lvl9pPr algn="l">
              <a:defRPr sz="29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13C"/>
                </a:solidFill>
              </a:defRPr>
            </a:pPr>
            <a:r>
              <a:rPr sz="2925" b="1">
                <a:solidFill>
                  <a:srgbClr val="17313C"/>
                </a:solidFill>
              </a:rPr>
              <a:t>Reglas que protegen los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856CE-72FE-4CB2-9160-DC72A6EE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587079"/>
                </a:solidFill>
              </a:defRPr>
            </a:defPPr>
            <a:lvl1pPr algn="r">
              <a:defRPr sz="1125" b="0">
                <a:solidFill>
                  <a:srgbClr val="587079"/>
                </a:solidFill>
              </a:defRPr>
            </a:lvl1pPr>
            <a:lvl2pPr algn="r">
              <a:defRPr sz="1125" b="0">
                <a:solidFill>
                  <a:srgbClr val="587079"/>
                </a:solidFill>
              </a:defRPr>
            </a:lvl2pPr>
            <a:lvl3pPr algn="r">
              <a:defRPr sz="1125" b="0">
                <a:solidFill>
                  <a:srgbClr val="587079"/>
                </a:solidFill>
              </a:defRPr>
            </a:lvl3pPr>
            <a:lvl4pPr algn="r">
              <a:defRPr sz="1125" b="0">
                <a:solidFill>
                  <a:srgbClr val="587079"/>
                </a:solidFill>
              </a:defRPr>
            </a:lvl4pPr>
            <a:lvl5pPr algn="r">
              <a:defRPr sz="1125" b="0">
                <a:solidFill>
                  <a:srgbClr val="587079"/>
                </a:solidFill>
              </a:defRPr>
            </a:lvl5pPr>
            <a:lvl6pPr algn="r">
              <a:defRPr sz="1125" b="0">
                <a:solidFill>
                  <a:srgbClr val="587079"/>
                </a:solidFill>
              </a:defRPr>
            </a:lvl6pPr>
            <a:lvl7pPr algn="r">
              <a:defRPr sz="1125" b="0">
                <a:solidFill>
                  <a:srgbClr val="587079"/>
                </a:solidFill>
              </a:defRPr>
            </a:lvl7pPr>
            <a:lvl8pPr algn="r">
              <a:defRPr sz="1125" b="0">
                <a:solidFill>
                  <a:srgbClr val="587079"/>
                </a:solidFill>
              </a:defRPr>
            </a:lvl8pPr>
            <a:lvl9pPr algn="r">
              <a:defRPr sz="112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7079"/>
                </a:solidFill>
              </a:defRPr>
            </a:pPr>
            <a:r>
              <a:rPr sz="1125" b="0">
                <a:solidFill>
                  <a:srgbClr val="587079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5B04A-0FE7-4B41-B9AB-42F34230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</a:defRPr>
            </a:defPPr>
            <a:lvl1pPr algn="l">
              <a:defRPr sz="2100" b="1">
                <a:solidFill>
                  <a:srgbClr val="087F86"/>
                </a:solidFill>
              </a:defRPr>
            </a:lvl1pPr>
            <a:lvl2pPr algn="l">
              <a:defRPr sz="2100" b="1">
                <a:solidFill>
                  <a:srgbClr val="087F86"/>
                </a:solidFill>
              </a:defRPr>
            </a:lvl2pPr>
            <a:lvl3pPr algn="l">
              <a:defRPr sz="2100" b="1">
                <a:solidFill>
                  <a:srgbClr val="087F86"/>
                </a:solidFill>
              </a:defRPr>
            </a:lvl3pPr>
            <a:lvl4pPr algn="l">
              <a:defRPr sz="2100" b="1">
                <a:solidFill>
                  <a:srgbClr val="087F86"/>
                </a:solidFill>
              </a:defRPr>
            </a:lvl4pPr>
            <a:lvl5pPr algn="l">
              <a:defRPr sz="2100" b="1">
                <a:solidFill>
                  <a:srgbClr val="087F86"/>
                </a:solidFill>
              </a:defRPr>
            </a:lvl5pPr>
            <a:lvl6pPr algn="l">
              <a:defRPr sz="2100" b="1">
                <a:solidFill>
                  <a:srgbClr val="087F86"/>
                </a:solidFill>
              </a:defRPr>
            </a:lvl6pPr>
            <a:lvl7pPr algn="l">
              <a:defRPr sz="2100" b="1">
                <a:solidFill>
                  <a:srgbClr val="087F86"/>
                </a:solidFill>
              </a:defRPr>
            </a:lvl7pPr>
            <a:lvl8pPr algn="l">
              <a:defRPr sz="2100" b="1">
                <a:solidFill>
                  <a:srgbClr val="087F86"/>
                </a:solidFill>
              </a:defRPr>
            </a:lvl8pPr>
            <a:lvl9pPr algn="l">
              <a:defRPr sz="21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</a:defRPr>
            </a:pPr>
            <a:r>
              <a:rPr sz="2100" b="1">
                <a:solidFill>
                  <a:srgbClr val="087F86"/>
                </a:solidFill>
              </a:rPr>
              <a:t>Tipo de cambio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04144-AAA2-496B-807D-63FDCE80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Los precios base están en USD. El sistema muestra Bs y guarda la cotización de cada operación.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DD59D-B8B0-499A-B1F2-F94C09BE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</a:defRPr>
            </a:defPPr>
            <a:lvl1pPr algn="l">
              <a:defRPr sz="2100" b="1">
                <a:solidFill>
                  <a:srgbClr val="087F86"/>
                </a:solidFill>
              </a:defRPr>
            </a:lvl1pPr>
            <a:lvl2pPr algn="l">
              <a:defRPr sz="2100" b="1">
                <a:solidFill>
                  <a:srgbClr val="087F86"/>
                </a:solidFill>
              </a:defRPr>
            </a:lvl2pPr>
            <a:lvl3pPr algn="l">
              <a:defRPr sz="2100" b="1">
                <a:solidFill>
                  <a:srgbClr val="087F86"/>
                </a:solidFill>
              </a:defRPr>
            </a:lvl3pPr>
            <a:lvl4pPr algn="l">
              <a:defRPr sz="2100" b="1">
                <a:solidFill>
                  <a:srgbClr val="087F86"/>
                </a:solidFill>
              </a:defRPr>
            </a:lvl4pPr>
            <a:lvl5pPr algn="l">
              <a:defRPr sz="2100" b="1">
                <a:solidFill>
                  <a:srgbClr val="087F86"/>
                </a:solidFill>
              </a:defRPr>
            </a:lvl5pPr>
            <a:lvl6pPr algn="l">
              <a:defRPr sz="2100" b="1">
                <a:solidFill>
                  <a:srgbClr val="087F86"/>
                </a:solidFill>
              </a:defRPr>
            </a:lvl6pPr>
            <a:lvl7pPr algn="l">
              <a:defRPr sz="2100" b="1">
                <a:solidFill>
                  <a:srgbClr val="087F86"/>
                </a:solidFill>
              </a:defRPr>
            </a:lvl7pPr>
            <a:lvl8pPr algn="l">
              <a:defRPr sz="2100" b="1">
                <a:solidFill>
                  <a:srgbClr val="087F86"/>
                </a:solidFill>
              </a:defRPr>
            </a:lvl8pPr>
            <a:lvl9pPr algn="l">
              <a:defRPr sz="21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</a:defRPr>
            </a:pPr>
            <a:r>
              <a:rPr sz="2100" b="1">
                <a:solidFill>
                  <a:srgbClr val="087F86"/>
                </a:solidFill>
              </a:rPr>
              <a:t>Inventario auditable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BC03E-BD55-448C-AF6C-5C39A9A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Compras, ventas y ajustes crean movimientos con saldo anterior y saldo resultante.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476D8-E8B2-44FB-987E-6D95F4D1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87079"/>
                </a:solidFill>
              </a:defRPr>
            </a:defPPr>
            <a:lvl1pPr algn="l">
              <a:defRPr sz="1800" b="0">
                <a:solidFill>
                  <a:srgbClr val="587079"/>
                </a:solidFill>
              </a:defRPr>
            </a:lvl1pPr>
            <a:lvl2pPr algn="l">
              <a:defRPr sz="1800" b="0">
                <a:solidFill>
                  <a:srgbClr val="587079"/>
                </a:solidFill>
              </a:defRPr>
            </a:lvl2pPr>
            <a:lvl3pPr algn="l">
              <a:defRPr sz="1800" b="0">
                <a:solidFill>
                  <a:srgbClr val="587079"/>
                </a:solidFill>
              </a:defRPr>
            </a:lvl3pPr>
            <a:lvl4pPr algn="l">
              <a:defRPr sz="1800" b="0">
                <a:solidFill>
                  <a:srgbClr val="587079"/>
                </a:solidFill>
              </a:defRPr>
            </a:lvl4pPr>
            <a:lvl5pPr algn="l">
              <a:defRPr sz="1800" b="0">
                <a:solidFill>
                  <a:srgbClr val="587079"/>
                </a:solidFill>
              </a:defRPr>
            </a:lvl5pPr>
            <a:lvl6pPr algn="l">
              <a:defRPr sz="1800" b="0">
                <a:solidFill>
                  <a:srgbClr val="587079"/>
                </a:solidFill>
              </a:defRPr>
            </a:lvl6pPr>
            <a:lvl7pPr algn="l">
              <a:defRPr sz="1800" b="0">
                <a:solidFill>
                  <a:srgbClr val="587079"/>
                </a:solidFill>
              </a:defRPr>
            </a:lvl7pPr>
            <a:lvl8pPr algn="l">
              <a:defRPr sz="1800" b="0">
                <a:solidFill>
                  <a:srgbClr val="587079"/>
                </a:solidFill>
              </a:defRPr>
            </a:lvl8pPr>
            <a:lvl9pPr algn="l">
              <a:defRPr sz="1800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7079"/>
                </a:solidFill>
              </a:defRPr>
            </a:pPr>
            <a:r>
              <a:rPr sz="1800" b="0">
                <a:solidFill>
                  <a:srgbClr val="587079"/>
                </a:solidFill>
              </a:rPr>
              <a:t>Transacciones y bloqueos de filas evitan operaciones parciales o duplicadas.</a:t>
            </a:r>
          </a:p>
        </p:txBody>
      </p:sp>
    </p:spTree>
    <p:extLst>
      <p:ext uri="{BB962C8B-B14F-4D97-AF65-F5344CB8AC3E}">
        <p14:creationId xmlns:p14="http://schemas.microsoft.com/office/powerpoint/2010/main" val="1301801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7F3F3-78E8-45F8-A262-0FF2FAB9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</a:defRPr>
            </a:defPPr>
            <a:lvl1pPr algn="l">
              <a:defRPr sz="2925" b="1">
                <a:solidFill>
                  <a:srgbClr val="FFFFFF"/>
                </a:solidFill>
              </a:defRPr>
            </a:lvl1pPr>
            <a:lvl2pPr algn="l">
              <a:defRPr sz="2925" b="1">
                <a:solidFill>
                  <a:srgbClr val="FFFFFF"/>
                </a:solidFill>
              </a:defRPr>
            </a:lvl2pPr>
            <a:lvl3pPr algn="l">
              <a:defRPr sz="2925" b="1">
                <a:solidFill>
                  <a:srgbClr val="FFFFFF"/>
                </a:solidFill>
              </a:defRPr>
            </a:lvl3pPr>
            <a:lvl4pPr algn="l">
              <a:defRPr sz="2925" b="1">
                <a:solidFill>
                  <a:srgbClr val="FFFFFF"/>
                </a:solidFill>
              </a:defRPr>
            </a:lvl4pPr>
            <a:lvl5pPr algn="l">
              <a:defRPr sz="2925" b="1">
                <a:solidFill>
                  <a:srgbClr val="FFFFFF"/>
                </a:solidFill>
              </a:defRPr>
            </a:lvl5pPr>
            <a:lvl6pPr algn="l">
              <a:defRPr sz="2925" b="1">
                <a:solidFill>
                  <a:srgbClr val="FFFFFF"/>
                </a:solidFill>
              </a:defRPr>
            </a:lvl6pPr>
            <a:lvl7pPr algn="l">
              <a:defRPr sz="2925" b="1">
                <a:solidFill>
                  <a:srgbClr val="FFFFFF"/>
                </a:solidFill>
              </a:defRPr>
            </a:lvl7pPr>
            <a:lvl8pPr algn="l">
              <a:defRPr sz="2925" b="1">
                <a:solidFill>
                  <a:srgbClr val="FFFFFF"/>
                </a:solidFill>
              </a:defRPr>
            </a:lvl8pPr>
            <a:lvl9pPr algn="l">
              <a:defRPr sz="29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Seguridad y verificación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184E9-B3F8-49A8-A7F6-273AF827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D5E9E7"/>
                </a:solidFill>
              </a:defRPr>
            </a:defPPr>
            <a:lvl1pPr algn="r">
              <a:defRPr sz="1125" b="0">
                <a:solidFill>
                  <a:srgbClr val="D5E9E7"/>
                </a:solidFill>
              </a:defRPr>
            </a:lvl1pPr>
            <a:lvl2pPr algn="r">
              <a:defRPr sz="1125" b="0">
                <a:solidFill>
                  <a:srgbClr val="D5E9E7"/>
                </a:solidFill>
              </a:defRPr>
            </a:lvl2pPr>
            <a:lvl3pPr algn="r">
              <a:defRPr sz="1125" b="0">
                <a:solidFill>
                  <a:srgbClr val="D5E9E7"/>
                </a:solidFill>
              </a:defRPr>
            </a:lvl3pPr>
            <a:lvl4pPr algn="r">
              <a:defRPr sz="1125" b="0">
                <a:solidFill>
                  <a:srgbClr val="D5E9E7"/>
                </a:solidFill>
              </a:defRPr>
            </a:lvl4pPr>
            <a:lvl5pPr algn="r">
              <a:defRPr sz="1125" b="0">
                <a:solidFill>
                  <a:srgbClr val="D5E9E7"/>
                </a:solidFill>
              </a:defRPr>
            </a:lvl5pPr>
            <a:lvl6pPr algn="r">
              <a:defRPr sz="1125" b="0">
                <a:solidFill>
                  <a:srgbClr val="D5E9E7"/>
                </a:solidFill>
              </a:defRPr>
            </a:lvl6pPr>
            <a:lvl7pPr algn="r">
              <a:defRPr sz="1125" b="0">
                <a:solidFill>
                  <a:srgbClr val="D5E9E7"/>
                </a:solidFill>
              </a:defRPr>
            </a:lvl7pPr>
            <a:lvl8pPr algn="r">
              <a:defRPr sz="1125" b="0">
                <a:solidFill>
                  <a:srgbClr val="D5E9E7"/>
                </a:solidFill>
              </a:defRPr>
            </a:lvl8pPr>
            <a:lvl9pPr algn="r">
              <a:defRPr sz="1125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D5E9E7"/>
                </a:solidFill>
              </a:defRPr>
            </a:pPr>
            <a:r>
              <a:rPr sz="1125" b="0">
                <a:solidFill>
                  <a:srgbClr val="D5E9E7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1C2A3-0BD6-49D1-AEE8-4C357B35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D6A545"/>
                </a:solidFill>
              </a:defRPr>
            </a:defPPr>
            <a:lvl1pPr algn="l">
              <a:defRPr sz="2100" b="1">
                <a:solidFill>
                  <a:srgbClr val="D6A545"/>
                </a:solidFill>
              </a:defRPr>
            </a:lvl1pPr>
            <a:lvl2pPr algn="l">
              <a:defRPr sz="2100" b="1">
                <a:solidFill>
                  <a:srgbClr val="D6A545"/>
                </a:solidFill>
              </a:defRPr>
            </a:lvl2pPr>
            <a:lvl3pPr algn="l">
              <a:defRPr sz="2100" b="1">
                <a:solidFill>
                  <a:srgbClr val="D6A545"/>
                </a:solidFill>
              </a:defRPr>
            </a:lvl3pPr>
            <a:lvl4pPr algn="l">
              <a:defRPr sz="2100" b="1">
                <a:solidFill>
                  <a:srgbClr val="D6A545"/>
                </a:solidFill>
              </a:defRPr>
            </a:lvl4pPr>
            <a:lvl5pPr algn="l">
              <a:defRPr sz="2100" b="1">
                <a:solidFill>
                  <a:srgbClr val="D6A545"/>
                </a:solidFill>
              </a:defRPr>
            </a:lvl5pPr>
            <a:lvl6pPr algn="l">
              <a:defRPr sz="2100" b="1">
                <a:solidFill>
                  <a:srgbClr val="D6A545"/>
                </a:solidFill>
              </a:defRPr>
            </a:lvl6pPr>
            <a:lvl7pPr algn="l">
              <a:defRPr sz="2100" b="1">
                <a:solidFill>
                  <a:srgbClr val="D6A545"/>
                </a:solidFill>
              </a:defRPr>
            </a:lvl7pPr>
            <a:lvl8pPr algn="l">
              <a:defRPr sz="2100" b="1">
                <a:solidFill>
                  <a:srgbClr val="D6A545"/>
                </a:solidFill>
              </a:defRPr>
            </a:lvl8pPr>
            <a:lvl9pPr algn="l">
              <a:defRPr sz="2100" b="1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6A545"/>
                </a:solidFill>
              </a:defRPr>
            </a:pPr>
            <a:r>
              <a:rPr sz="2100" b="1">
                <a:solidFill>
                  <a:srgbClr val="D6A545"/>
                </a:solidFill>
              </a:rPr>
              <a:t>Acceso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F4BC1-4EA7-4028-8358-C524FB76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</a:defRPr>
            </a:defPPr>
            <a:lvl1pPr algn="l">
              <a:defRPr sz="1875" b="0">
                <a:solidFill>
                  <a:srgbClr val="FFFFFF"/>
                </a:solidFill>
              </a:defRPr>
            </a:lvl1pPr>
            <a:lvl2pPr algn="l">
              <a:defRPr sz="1875" b="0">
                <a:solidFill>
                  <a:srgbClr val="FFFFFF"/>
                </a:solidFill>
              </a:defRPr>
            </a:lvl2pPr>
            <a:lvl3pPr algn="l">
              <a:defRPr sz="1875" b="0">
                <a:solidFill>
                  <a:srgbClr val="FFFFFF"/>
                </a:solidFill>
              </a:defRPr>
            </a:lvl3pPr>
            <a:lvl4pPr algn="l">
              <a:defRPr sz="1875" b="0">
                <a:solidFill>
                  <a:srgbClr val="FFFFFF"/>
                </a:solidFill>
              </a:defRPr>
            </a:lvl4pPr>
            <a:lvl5pPr algn="l">
              <a:defRPr sz="1875" b="0">
                <a:solidFill>
                  <a:srgbClr val="FFFFFF"/>
                </a:solidFill>
              </a:defRPr>
            </a:lvl5pPr>
            <a:lvl6pPr algn="l">
              <a:defRPr sz="1875" b="0">
                <a:solidFill>
                  <a:srgbClr val="FFFFFF"/>
                </a:solidFill>
              </a:defRPr>
            </a:lvl6pPr>
            <a:lvl7pPr algn="l">
              <a:defRPr sz="1875" b="0">
                <a:solidFill>
                  <a:srgbClr val="FFFFFF"/>
                </a:solidFill>
              </a:defRPr>
            </a:lvl7pPr>
            <a:lvl8pPr algn="l">
              <a:defRPr sz="1875" b="0">
                <a:solidFill>
                  <a:srgbClr val="FFFFFF"/>
                </a:solidFill>
              </a:defRPr>
            </a:lvl8pPr>
            <a:lvl9pPr algn="l"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Autenticación y permisos por ruta y acción.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1E775-57DB-4440-832D-93F53D8C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430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D6A545"/>
                </a:solidFill>
              </a:defRPr>
            </a:defPPr>
            <a:lvl1pPr algn="l">
              <a:defRPr sz="2100" b="1">
                <a:solidFill>
                  <a:srgbClr val="D6A545"/>
                </a:solidFill>
              </a:defRPr>
            </a:lvl1pPr>
            <a:lvl2pPr algn="l">
              <a:defRPr sz="2100" b="1">
                <a:solidFill>
                  <a:srgbClr val="D6A545"/>
                </a:solidFill>
              </a:defRPr>
            </a:lvl2pPr>
            <a:lvl3pPr algn="l">
              <a:defRPr sz="2100" b="1">
                <a:solidFill>
                  <a:srgbClr val="D6A545"/>
                </a:solidFill>
              </a:defRPr>
            </a:lvl3pPr>
            <a:lvl4pPr algn="l">
              <a:defRPr sz="2100" b="1">
                <a:solidFill>
                  <a:srgbClr val="D6A545"/>
                </a:solidFill>
              </a:defRPr>
            </a:lvl4pPr>
            <a:lvl5pPr algn="l">
              <a:defRPr sz="2100" b="1">
                <a:solidFill>
                  <a:srgbClr val="D6A545"/>
                </a:solidFill>
              </a:defRPr>
            </a:lvl5pPr>
            <a:lvl6pPr algn="l">
              <a:defRPr sz="2100" b="1">
                <a:solidFill>
                  <a:srgbClr val="D6A545"/>
                </a:solidFill>
              </a:defRPr>
            </a:lvl6pPr>
            <a:lvl7pPr algn="l">
              <a:defRPr sz="2100" b="1">
                <a:solidFill>
                  <a:srgbClr val="D6A545"/>
                </a:solidFill>
              </a:defRPr>
            </a:lvl7pPr>
            <a:lvl8pPr algn="l">
              <a:defRPr sz="2100" b="1">
                <a:solidFill>
                  <a:srgbClr val="D6A545"/>
                </a:solidFill>
              </a:defRPr>
            </a:lvl8pPr>
            <a:lvl9pPr algn="l">
              <a:defRPr sz="2100" b="1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6A545"/>
                </a:solidFill>
              </a:defRPr>
            </a:pPr>
            <a:r>
              <a:rPr sz="2100" b="1">
                <a:solidFill>
                  <a:srgbClr val="D6A545"/>
                </a:solidFill>
              </a:rPr>
              <a:t>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4BD71-4466-4365-AD0D-AB65D986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095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</a:defRPr>
            </a:defPPr>
            <a:lvl1pPr algn="l">
              <a:defRPr sz="1875" b="0">
                <a:solidFill>
                  <a:srgbClr val="FFFFFF"/>
                </a:solidFill>
              </a:defRPr>
            </a:lvl1pPr>
            <a:lvl2pPr algn="l">
              <a:defRPr sz="1875" b="0">
                <a:solidFill>
                  <a:srgbClr val="FFFFFF"/>
                </a:solidFill>
              </a:defRPr>
            </a:lvl2pPr>
            <a:lvl3pPr algn="l">
              <a:defRPr sz="1875" b="0">
                <a:solidFill>
                  <a:srgbClr val="FFFFFF"/>
                </a:solidFill>
              </a:defRPr>
            </a:lvl3pPr>
            <a:lvl4pPr algn="l">
              <a:defRPr sz="1875" b="0">
                <a:solidFill>
                  <a:srgbClr val="FFFFFF"/>
                </a:solidFill>
              </a:defRPr>
            </a:lvl4pPr>
            <a:lvl5pPr algn="l">
              <a:defRPr sz="1875" b="0">
                <a:solidFill>
                  <a:srgbClr val="FFFFFF"/>
                </a:solidFill>
              </a:defRPr>
            </a:lvl5pPr>
            <a:lvl6pPr algn="l">
              <a:defRPr sz="1875" b="0">
                <a:solidFill>
                  <a:srgbClr val="FFFFFF"/>
                </a:solidFill>
              </a:defRPr>
            </a:lvl6pPr>
            <a:lvl7pPr algn="l">
              <a:defRPr sz="1875" b="0">
                <a:solidFill>
                  <a:srgbClr val="FFFFFF"/>
                </a:solidFill>
              </a:defRPr>
            </a:lvl7pPr>
            <a:lvl8pPr algn="l">
              <a:defRPr sz="1875" b="0">
                <a:solidFill>
                  <a:srgbClr val="FFFFFF"/>
                </a:solidFill>
              </a:defRPr>
            </a:lvl8pPr>
            <a:lvl9pPr algn="l"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Form Requests validan entradas. Las operaciones usan transacciones.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20B9B-9B66-4F45-8C7F-213168D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D6A545"/>
                </a:solidFill>
              </a:defRPr>
            </a:defPPr>
            <a:lvl1pPr algn="l">
              <a:defRPr sz="2100" b="1">
                <a:solidFill>
                  <a:srgbClr val="D6A545"/>
                </a:solidFill>
              </a:defRPr>
            </a:lvl1pPr>
            <a:lvl2pPr algn="l">
              <a:defRPr sz="2100" b="1">
                <a:solidFill>
                  <a:srgbClr val="D6A545"/>
                </a:solidFill>
              </a:defRPr>
            </a:lvl2pPr>
            <a:lvl3pPr algn="l">
              <a:defRPr sz="2100" b="1">
                <a:solidFill>
                  <a:srgbClr val="D6A545"/>
                </a:solidFill>
              </a:defRPr>
            </a:lvl3pPr>
            <a:lvl4pPr algn="l">
              <a:defRPr sz="2100" b="1">
                <a:solidFill>
                  <a:srgbClr val="D6A545"/>
                </a:solidFill>
              </a:defRPr>
            </a:lvl4pPr>
            <a:lvl5pPr algn="l">
              <a:defRPr sz="2100" b="1">
                <a:solidFill>
                  <a:srgbClr val="D6A545"/>
                </a:solidFill>
              </a:defRPr>
            </a:lvl5pPr>
            <a:lvl6pPr algn="l">
              <a:defRPr sz="2100" b="1">
                <a:solidFill>
                  <a:srgbClr val="D6A545"/>
                </a:solidFill>
              </a:defRPr>
            </a:lvl6pPr>
            <a:lvl7pPr algn="l">
              <a:defRPr sz="2100" b="1">
                <a:solidFill>
                  <a:srgbClr val="D6A545"/>
                </a:solidFill>
              </a:defRPr>
            </a:lvl7pPr>
            <a:lvl8pPr algn="l">
              <a:defRPr sz="2100" b="1">
                <a:solidFill>
                  <a:srgbClr val="D6A545"/>
                </a:solidFill>
              </a:defRPr>
            </a:lvl8pPr>
            <a:lvl9pPr algn="l">
              <a:defRPr sz="2100" b="1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D6A545"/>
                </a:solidFill>
              </a:defRPr>
            </a:pPr>
            <a:r>
              <a:rPr sz="2100" b="1">
                <a:solidFill>
                  <a:srgbClr val="D6A545"/>
                </a:solidFill>
              </a:rPr>
              <a:t>Pruebas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DC9E1-C37B-45E8-BDA7-3F81627F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3095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</a:defRPr>
            </a:defPPr>
            <a:lvl1pPr algn="l">
              <a:defRPr sz="1875" b="0">
                <a:solidFill>
                  <a:srgbClr val="FFFFFF"/>
                </a:solidFill>
              </a:defRPr>
            </a:lvl1pPr>
            <a:lvl2pPr algn="l">
              <a:defRPr sz="1875" b="0">
                <a:solidFill>
                  <a:srgbClr val="FFFFFF"/>
                </a:solidFill>
              </a:defRPr>
            </a:lvl2pPr>
            <a:lvl3pPr algn="l">
              <a:defRPr sz="1875" b="0">
                <a:solidFill>
                  <a:srgbClr val="FFFFFF"/>
                </a:solidFill>
              </a:defRPr>
            </a:lvl3pPr>
            <a:lvl4pPr algn="l">
              <a:defRPr sz="1875" b="0">
                <a:solidFill>
                  <a:srgbClr val="FFFFFF"/>
                </a:solidFill>
              </a:defRPr>
            </a:lvl4pPr>
            <a:lvl5pPr algn="l">
              <a:defRPr sz="1875" b="0">
                <a:solidFill>
                  <a:srgbClr val="FFFFFF"/>
                </a:solidFill>
              </a:defRPr>
            </a:lvl5pPr>
            <a:lvl6pPr algn="l">
              <a:defRPr sz="1875" b="0">
                <a:solidFill>
                  <a:srgbClr val="FFFFFF"/>
                </a:solidFill>
              </a:defRPr>
            </a:lvl6pPr>
            <a:lvl7pPr algn="l">
              <a:defRPr sz="1875" b="0">
                <a:solidFill>
                  <a:srgbClr val="FFFFFF"/>
                </a:solidFill>
              </a:defRPr>
            </a:lvl7pPr>
            <a:lvl8pPr algn="l">
              <a:defRPr sz="1875" b="0">
                <a:solidFill>
                  <a:srgbClr val="FFFFFF"/>
                </a:solidFill>
              </a:defRPr>
            </a:lvl8pPr>
            <a:lvl9pPr algn="l">
              <a:defRPr sz="18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Pest cubre flujos de catálogo, ventas, inventario y reportes.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A6841-E9A5-4D84-BE37-6CDA62AE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D5E9E7"/>
                </a:solidFill>
              </a:defRPr>
            </a:defPPr>
            <a:lvl1pPr algn="l">
              <a:defRPr sz="1800" b="0">
                <a:solidFill>
                  <a:srgbClr val="D5E9E7"/>
                </a:solidFill>
              </a:defRPr>
            </a:lvl1pPr>
            <a:lvl2pPr algn="l">
              <a:defRPr sz="1800" b="0">
                <a:solidFill>
                  <a:srgbClr val="D5E9E7"/>
                </a:solidFill>
              </a:defRPr>
            </a:lvl2pPr>
            <a:lvl3pPr algn="l">
              <a:defRPr sz="1800" b="0">
                <a:solidFill>
                  <a:srgbClr val="D5E9E7"/>
                </a:solidFill>
              </a:defRPr>
            </a:lvl3pPr>
            <a:lvl4pPr algn="l">
              <a:defRPr sz="1800" b="0">
                <a:solidFill>
                  <a:srgbClr val="D5E9E7"/>
                </a:solidFill>
              </a:defRPr>
            </a:lvl4pPr>
            <a:lvl5pPr algn="l">
              <a:defRPr sz="1800" b="0">
                <a:solidFill>
                  <a:srgbClr val="D5E9E7"/>
                </a:solidFill>
              </a:defRPr>
            </a:lvl5pPr>
            <a:lvl6pPr algn="l">
              <a:defRPr sz="1800" b="0">
                <a:solidFill>
                  <a:srgbClr val="D5E9E7"/>
                </a:solidFill>
              </a:defRPr>
            </a:lvl6pPr>
            <a:lvl7pPr algn="l">
              <a:defRPr sz="1800" b="0">
                <a:solidFill>
                  <a:srgbClr val="D5E9E7"/>
                </a:solidFill>
              </a:defRPr>
            </a:lvl7pPr>
            <a:lvl8pPr algn="l">
              <a:defRPr sz="1800" b="0">
                <a:solidFill>
                  <a:srgbClr val="D5E9E7"/>
                </a:solidFill>
              </a:defRPr>
            </a:lvl8pPr>
            <a:lvl9pPr algn="l">
              <a:defRPr sz="1800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5E9E7"/>
                </a:solidFill>
              </a:defRPr>
            </a:pPr>
            <a:r>
              <a:rPr sz="1800" b="0">
                <a:solidFill>
                  <a:srgbClr val="D5E9E7"/>
                </a:solidFill>
              </a:rPr>
              <a:t>La integración continua prepara MySQL y ejecuta compilación y pruebas.</a:t>
            </a:r>
          </a:p>
        </p:txBody>
      </p:sp>
    </p:spTree>
    <p:extLst>
      <p:ext uri="{BB962C8B-B14F-4D97-AF65-F5344CB8AC3E}">
        <p14:creationId xmlns:p14="http://schemas.microsoft.com/office/powerpoint/2010/main" val="2089152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2F0B2-D59B-415A-9B4A-BAE8B6F4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17313C"/>
                </a:solidFill>
              </a:defRPr>
            </a:defPPr>
            <a:lvl1pPr algn="l">
              <a:defRPr sz="2925" b="1">
                <a:solidFill>
                  <a:srgbClr val="17313C"/>
                </a:solidFill>
              </a:defRPr>
            </a:lvl1pPr>
            <a:lvl2pPr algn="l">
              <a:defRPr sz="2925" b="1">
                <a:solidFill>
                  <a:srgbClr val="17313C"/>
                </a:solidFill>
              </a:defRPr>
            </a:lvl2pPr>
            <a:lvl3pPr algn="l">
              <a:defRPr sz="2925" b="1">
                <a:solidFill>
                  <a:srgbClr val="17313C"/>
                </a:solidFill>
              </a:defRPr>
            </a:lvl3pPr>
            <a:lvl4pPr algn="l">
              <a:defRPr sz="2925" b="1">
                <a:solidFill>
                  <a:srgbClr val="17313C"/>
                </a:solidFill>
              </a:defRPr>
            </a:lvl4pPr>
            <a:lvl5pPr algn="l">
              <a:defRPr sz="2925" b="1">
                <a:solidFill>
                  <a:srgbClr val="17313C"/>
                </a:solidFill>
              </a:defRPr>
            </a:lvl5pPr>
            <a:lvl6pPr algn="l">
              <a:defRPr sz="2925" b="1">
                <a:solidFill>
                  <a:srgbClr val="17313C"/>
                </a:solidFill>
              </a:defRPr>
            </a:lvl6pPr>
            <a:lvl7pPr algn="l">
              <a:defRPr sz="2925" b="1">
                <a:solidFill>
                  <a:srgbClr val="17313C"/>
                </a:solidFill>
              </a:defRPr>
            </a:lvl7pPr>
            <a:lvl8pPr algn="l">
              <a:defRPr sz="2925" b="1">
                <a:solidFill>
                  <a:srgbClr val="17313C"/>
                </a:solidFill>
              </a:defRPr>
            </a:lvl8pPr>
            <a:lvl9pPr algn="l">
              <a:defRPr sz="29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13C"/>
                </a:solidFill>
              </a:defRPr>
            </a:pPr>
            <a:r>
              <a:rPr sz="2925" b="1">
                <a:solidFill>
                  <a:srgbClr val="17313C"/>
                </a:solidFill>
              </a:rPr>
              <a:t>Despliegue y límites actuales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A0115-8367-48FE-A9D0-457547BF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587079"/>
                </a:solidFill>
              </a:defRPr>
            </a:defPPr>
            <a:lvl1pPr algn="r">
              <a:defRPr sz="1125" b="0">
                <a:solidFill>
                  <a:srgbClr val="587079"/>
                </a:solidFill>
              </a:defRPr>
            </a:lvl1pPr>
            <a:lvl2pPr algn="r">
              <a:defRPr sz="1125" b="0">
                <a:solidFill>
                  <a:srgbClr val="587079"/>
                </a:solidFill>
              </a:defRPr>
            </a:lvl2pPr>
            <a:lvl3pPr algn="r">
              <a:defRPr sz="1125" b="0">
                <a:solidFill>
                  <a:srgbClr val="587079"/>
                </a:solidFill>
              </a:defRPr>
            </a:lvl3pPr>
            <a:lvl4pPr algn="r">
              <a:defRPr sz="1125" b="0">
                <a:solidFill>
                  <a:srgbClr val="587079"/>
                </a:solidFill>
              </a:defRPr>
            </a:lvl4pPr>
            <a:lvl5pPr algn="r">
              <a:defRPr sz="1125" b="0">
                <a:solidFill>
                  <a:srgbClr val="587079"/>
                </a:solidFill>
              </a:defRPr>
            </a:lvl5pPr>
            <a:lvl6pPr algn="r">
              <a:defRPr sz="1125" b="0">
                <a:solidFill>
                  <a:srgbClr val="587079"/>
                </a:solidFill>
              </a:defRPr>
            </a:lvl6pPr>
            <a:lvl7pPr algn="r">
              <a:defRPr sz="1125" b="0">
                <a:solidFill>
                  <a:srgbClr val="587079"/>
                </a:solidFill>
              </a:defRPr>
            </a:lvl7pPr>
            <a:lvl8pPr algn="r">
              <a:defRPr sz="1125" b="0">
                <a:solidFill>
                  <a:srgbClr val="587079"/>
                </a:solidFill>
              </a:defRPr>
            </a:lvl8pPr>
            <a:lvl9pPr algn="r">
              <a:defRPr sz="112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7079"/>
                </a:solidFill>
              </a:defRPr>
            </a:pPr>
            <a:r>
              <a:rPr sz="1125" b="0">
                <a:solidFill>
                  <a:srgbClr val="587079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F52C5-5D98-4659-90CE-4681B5CF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</a:defRPr>
            </a:defPPr>
            <a:lvl1pPr algn="l">
              <a:defRPr sz="2100" b="1">
                <a:solidFill>
                  <a:srgbClr val="087F86"/>
                </a:solidFill>
              </a:defRPr>
            </a:lvl1pPr>
            <a:lvl2pPr algn="l">
              <a:defRPr sz="2100" b="1">
                <a:solidFill>
                  <a:srgbClr val="087F86"/>
                </a:solidFill>
              </a:defRPr>
            </a:lvl2pPr>
            <a:lvl3pPr algn="l">
              <a:defRPr sz="2100" b="1">
                <a:solidFill>
                  <a:srgbClr val="087F86"/>
                </a:solidFill>
              </a:defRPr>
            </a:lvl3pPr>
            <a:lvl4pPr algn="l">
              <a:defRPr sz="2100" b="1">
                <a:solidFill>
                  <a:srgbClr val="087F86"/>
                </a:solidFill>
              </a:defRPr>
            </a:lvl4pPr>
            <a:lvl5pPr algn="l">
              <a:defRPr sz="2100" b="1">
                <a:solidFill>
                  <a:srgbClr val="087F86"/>
                </a:solidFill>
              </a:defRPr>
            </a:lvl5pPr>
            <a:lvl6pPr algn="l">
              <a:defRPr sz="2100" b="1">
                <a:solidFill>
                  <a:srgbClr val="087F86"/>
                </a:solidFill>
              </a:defRPr>
            </a:lvl6pPr>
            <a:lvl7pPr algn="l">
              <a:defRPr sz="2100" b="1">
                <a:solidFill>
                  <a:srgbClr val="087F86"/>
                </a:solidFill>
              </a:defRPr>
            </a:lvl7pPr>
            <a:lvl8pPr algn="l">
              <a:defRPr sz="2100" b="1">
                <a:solidFill>
                  <a:srgbClr val="087F86"/>
                </a:solidFill>
              </a:defRPr>
            </a:lvl8pPr>
            <a:lvl9pPr algn="l">
              <a:defRPr sz="21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</a:defRPr>
            </a:pPr>
            <a:r>
              <a:rPr sz="2100" b="1">
                <a:solidFill>
                  <a:srgbClr val="087F86"/>
                </a:solidFill>
              </a:rPr>
              <a:t>Entorno de desarrollo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B8655-6B7D-4CB5-A5FD-6251BD28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762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Laragon en Windows, MySQL y servidor de desarrollo Vite.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0873B-7318-4EC5-B37E-B39EBAEE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087F86"/>
                </a:solidFill>
              </a:defRPr>
            </a:defPPr>
            <a:lvl1pPr algn="l">
              <a:defRPr sz="2100" b="1">
                <a:solidFill>
                  <a:srgbClr val="087F86"/>
                </a:solidFill>
              </a:defRPr>
            </a:lvl1pPr>
            <a:lvl2pPr algn="l">
              <a:defRPr sz="2100" b="1">
                <a:solidFill>
                  <a:srgbClr val="087F86"/>
                </a:solidFill>
              </a:defRPr>
            </a:lvl2pPr>
            <a:lvl3pPr algn="l">
              <a:defRPr sz="2100" b="1">
                <a:solidFill>
                  <a:srgbClr val="087F86"/>
                </a:solidFill>
              </a:defRPr>
            </a:lvl3pPr>
            <a:lvl4pPr algn="l">
              <a:defRPr sz="2100" b="1">
                <a:solidFill>
                  <a:srgbClr val="087F86"/>
                </a:solidFill>
              </a:defRPr>
            </a:lvl4pPr>
            <a:lvl5pPr algn="l">
              <a:defRPr sz="2100" b="1">
                <a:solidFill>
                  <a:srgbClr val="087F86"/>
                </a:solidFill>
              </a:defRPr>
            </a:lvl5pPr>
            <a:lvl6pPr algn="l">
              <a:defRPr sz="2100" b="1">
                <a:solidFill>
                  <a:srgbClr val="087F86"/>
                </a:solidFill>
              </a:defRPr>
            </a:lvl6pPr>
            <a:lvl7pPr algn="l">
              <a:defRPr sz="2100" b="1">
                <a:solidFill>
                  <a:srgbClr val="087F86"/>
                </a:solidFill>
              </a:defRPr>
            </a:lvl7pPr>
            <a:lvl8pPr algn="l">
              <a:defRPr sz="2100" b="1">
                <a:solidFill>
                  <a:srgbClr val="087F86"/>
                </a:solidFill>
              </a:defRPr>
            </a:lvl8pPr>
            <a:lvl9pPr algn="l">
              <a:defRPr sz="21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F86"/>
                </a:solidFill>
              </a:defRPr>
            </a:pPr>
            <a:r>
              <a:rPr sz="2100" b="1">
                <a:solidFill>
                  <a:srgbClr val="087F86"/>
                </a:solidFill>
              </a:rPr>
              <a:t>Despliegue preparado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6D628-F4FA-402B-84CE-2AAE338D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667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7313C"/>
                </a:solidFill>
              </a:defRPr>
            </a:defPPr>
            <a:lvl1pPr algn="l">
              <a:defRPr sz="1875" b="0">
                <a:solidFill>
                  <a:srgbClr val="17313C"/>
                </a:solidFill>
              </a:defRPr>
            </a:lvl1pPr>
            <a:lvl2pPr algn="l">
              <a:defRPr sz="1875" b="0">
                <a:solidFill>
                  <a:srgbClr val="17313C"/>
                </a:solidFill>
              </a:defRPr>
            </a:lvl2pPr>
            <a:lvl3pPr algn="l">
              <a:defRPr sz="1875" b="0">
                <a:solidFill>
                  <a:srgbClr val="17313C"/>
                </a:solidFill>
              </a:defRPr>
            </a:lvl3pPr>
            <a:lvl4pPr algn="l">
              <a:defRPr sz="1875" b="0">
                <a:solidFill>
                  <a:srgbClr val="17313C"/>
                </a:solidFill>
              </a:defRPr>
            </a:lvl4pPr>
            <a:lvl5pPr algn="l">
              <a:defRPr sz="1875" b="0">
                <a:solidFill>
                  <a:srgbClr val="17313C"/>
                </a:solidFill>
              </a:defRPr>
            </a:lvl5pPr>
            <a:lvl6pPr algn="l">
              <a:defRPr sz="1875" b="0">
                <a:solidFill>
                  <a:srgbClr val="17313C"/>
                </a:solidFill>
              </a:defRPr>
            </a:lvl6pPr>
            <a:lvl7pPr algn="l">
              <a:defRPr sz="1875" b="0">
                <a:solidFill>
                  <a:srgbClr val="17313C"/>
                </a:solidFill>
              </a:defRPr>
            </a:lvl7pPr>
            <a:lvl8pPr algn="l">
              <a:defRPr sz="1875" b="0">
                <a:solidFill>
                  <a:srgbClr val="17313C"/>
                </a:solidFill>
              </a:defRPr>
            </a:lvl8pPr>
            <a:lvl9pPr algn="l">
              <a:defRPr sz="187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313C"/>
                </a:solidFill>
              </a:defRPr>
            </a:pPr>
            <a:r>
              <a:rPr sz="1875" b="0">
                <a:solidFill>
                  <a:srgbClr val="17313C"/>
                </a:solidFill>
              </a:rPr>
              <a:t>Docker con Nginx, PHP-FPM, MySQL y Redis.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32450-079A-45EF-AFA5-B6236F35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87079"/>
                </a:solidFill>
              </a:defRPr>
            </a:defPPr>
            <a:lvl1pPr algn="l">
              <a:defRPr sz="1800" b="0">
                <a:solidFill>
                  <a:srgbClr val="587079"/>
                </a:solidFill>
              </a:defRPr>
            </a:lvl1pPr>
            <a:lvl2pPr algn="l">
              <a:defRPr sz="1800" b="0">
                <a:solidFill>
                  <a:srgbClr val="587079"/>
                </a:solidFill>
              </a:defRPr>
            </a:lvl2pPr>
            <a:lvl3pPr algn="l">
              <a:defRPr sz="1800" b="0">
                <a:solidFill>
                  <a:srgbClr val="587079"/>
                </a:solidFill>
              </a:defRPr>
            </a:lvl3pPr>
            <a:lvl4pPr algn="l">
              <a:defRPr sz="1800" b="0">
                <a:solidFill>
                  <a:srgbClr val="587079"/>
                </a:solidFill>
              </a:defRPr>
            </a:lvl4pPr>
            <a:lvl5pPr algn="l">
              <a:defRPr sz="1800" b="0">
                <a:solidFill>
                  <a:srgbClr val="587079"/>
                </a:solidFill>
              </a:defRPr>
            </a:lvl5pPr>
            <a:lvl6pPr algn="l">
              <a:defRPr sz="1800" b="0">
                <a:solidFill>
                  <a:srgbClr val="587079"/>
                </a:solidFill>
              </a:defRPr>
            </a:lvl6pPr>
            <a:lvl7pPr algn="l">
              <a:defRPr sz="1800" b="0">
                <a:solidFill>
                  <a:srgbClr val="587079"/>
                </a:solidFill>
              </a:defRPr>
            </a:lvl7pPr>
            <a:lvl8pPr algn="l">
              <a:defRPr sz="1800" b="0">
                <a:solidFill>
                  <a:srgbClr val="587079"/>
                </a:solidFill>
              </a:defRPr>
            </a:lvl8pPr>
            <a:lvl9pPr algn="l">
              <a:defRPr sz="1800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87079"/>
                </a:solidFill>
              </a:defRPr>
            </a:pPr>
            <a:r>
              <a:rPr sz="1800" b="0">
                <a:solidFill>
                  <a:srgbClr val="587079"/>
                </a:solidFill>
              </a:rPr>
              <a:t>El pedido se confirma por el personal. El correo real exige SMTP. No se implementó modo sin conexión.</a:t>
            </a:r>
          </a:p>
        </p:txBody>
      </p:sp>
    </p:spTree>
    <p:extLst>
      <p:ext uri="{BB962C8B-B14F-4D97-AF65-F5344CB8AC3E}">
        <p14:creationId xmlns:p14="http://schemas.microsoft.com/office/powerpoint/2010/main" val="180294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AA90B-B0E8-4CAA-9AEF-29DDB53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17313C"/>
                </a:solidFill>
              </a:defRPr>
            </a:defPPr>
            <a:lvl1pPr algn="l">
              <a:defRPr sz="2925" b="1">
                <a:solidFill>
                  <a:srgbClr val="17313C"/>
                </a:solidFill>
              </a:defRPr>
            </a:lvl1pPr>
            <a:lvl2pPr algn="l">
              <a:defRPr sz="2925" b="1">
                <a:solidFill>
                  <a:srgbClr val="17313C"/>
                </a:solidFill>
              </a:defRPr>
            </a:lvl2pPr>
            <a:lvl3pPr algn="l">
              <a:defRPr sz="2925" b="1">
                <a:solidFill>
                  <a:srgbClr val="17313C"/>
                </a:solidFill>
              </a:defRPr>
            </a:lvl3pPr>
            <a:lvl4pPr algn="l">
              <a:defRPr sz="2925" b="1">
                <a:solidFill>
                  <a:srgbClr val="17313C"/>
                </a:solidFill>
              </a:defRPr>
            </a:lvl4pPr>
            <a:lvl5pPr algn="l">
              <a:defRPr sz="2925" b="1">
                <a:solidFill>
                  <a:srgbClr val="17313C"/>
                </a:solidFill>
              </a:defRPr>
            </a:lvl5pPr>
            <a:lvl6pPr algn="l">
              <a:defRPr sz="2925" b="1">
                <a:solidFill>
                  <a:srgbClr val="17313C"/>
                </a:solidFill>
              </a:defRPr>
            </a:lvl6pPr>
            <a:lvl7pPr algn="l">
              <a:defRPr sz="2925" b="1">
                <a:solidFill>
                  <a:srgbClr val="17313C"/>
                </a:solidFill>
              </a:defRPr>
            </a:lvl7pPr>
            <a:lvl8pPr algn="l">
              <a:defRPr sz="2925" b="1">
                <a:solidFill>
                  <a:srgbClr val="17313C"/>
                </a:solidFill>
              </a:defRPr>
            </a:lvl8pPr>
            <a:lvl9pPr algn="l">
              <a:defRPr sz="2925" b="1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13C"/>
                </a:solidFill>
              </a:defRPr>
            </a:pPr>
            <a:r>
              <a:rPr sz="2925" b="1">
                <a:solidFill>
                  <a:srgbClr val="17313C"/>
                </a:solidFill>
              </a:rPr>
              <a:t>Demostración en cinco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3CBAD-6BA9-4C6F-BF12-D90C6E2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587079"/>
                </a:solidFill>
              </a:defRPr>
            </a:defPPr>
            <a:lvl1pPr algn="r">
              <a:defRPr sz="1125" b="0">
                <a:solidFill>
                  <a:srgbClr val="587079"/>
                </a:solidFill>
              </a:defRPr>
            </a:lvl1pPr>
            <a:lvl2pPr algn="r">
              <a:defRPr sz="1125" b="0">
                <a:solidFill>
                  <a:srgbClr val="587079"/>
                </a:solidFill>
              </a:defRPr>
            </a:lvl2pPr>
            <a:lvl3pPr algn="r">
              <a:defRPr sz="1125" b="0">
                <a:solidFill>
                  <a:srgbClr val="587079"/>
                </a:solidFill>
              </a:defRPr>
            </a:lvl3pPr>
            <a:lvl4pPr algn="r">
              <a:defRPr sz="1125" b="0">
                <a:solidFill>
                  <a:srgbClr val="587079"/>
                </a:solidFill>
              </a:defRPr>
            </a:lvl4pPr>
            <a:lvl5pPr algn="r">
              <a:defRPr sz="1125" b="0">
                <a:solidFill>
                  <a:srgbClr val="587079"/>
                </a:solidFill>
              </a:defRPr>
            </a:lvl5pPr>
            <a:lvl6pPr algn="r">
              <a:defRPr sz="1125" b="0">
                <a:solidFill>
                  <a:srgbClr val="587079"/>
                </a:solidFill>
              </a:defRPr>
            </a:lvl6pPr>
            <a:lvl7pPr algn="r">
              <a:defRPr sz="1125" b="0">
                <a:solidFill>
                  <a:srgbClr val="587079"/>
                </a:solidFill>
              </a:defRPr>
            </a:lvl7pPr>
            <a:lvl8pPr algn="r">
              <a:defRPr sz="1125" b="0">
                <a:solidFill>
                  <a:srgbClr val="587079"/>
                </a:solidFill>
              </a:defRPr>
            </a:lvl8pPr>
            <a:lvl9pPr algn="r">
              <a:defRPr sz="1125" b="0">
                <a:solidFill>
                  <a:srgbClr val="587079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7079"/>
                </a:solidFill>
              </a:defRPr>
            </a:pPr>
            <a:r>
              <a:rPr sz="1125" b="0">
                <a:solidFill>
                  <a:srgbClr val="587079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C973B-62B6-4A25-B9DD-FDFC391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4780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87F86"/>
                </a:solidFill>
              </a:defRPr>
            </a:defPPr>
            <a:lvl1pPr algn="l">
              <a:defRPr sz="2400" b="1">
                <a:solidFill>
                  <a:srgbClr val="087F86"/>
                </a:solidFill>
              </a:defRPr>
            </a:lvl1pPr>
            <a:lvl2pPr algn="l">
              <a:defRPr sz="2400" b="1">
                <a:solidFill>
                  <a:srgbClr val="087F86"/>
                </a:solidFill>
              </a:defRPr>
            </a:lvl2pPr>
            <a:lvl3pPr algn="l">
              <a:defRPr sz="2400" b="1">
                <a:solidFill>
                  <a:srgbClr val="087F86"/>
                </a:solidFill>
              </a:defRPr>
            </a:lvl3pPr>
            <a:lvl4pPr algn="l">
              <a:defRPr sz="2400" b="1">
                <a:solidFill>
                  <a:srgbClr val="087F86"/>
                </a:solidFill>
              </a:defRPr>
            </a:lvl4pPr>
            <a:lvl5pPr algn="l">
              <a:defRPr sz="2400" b="1">
                <a:solidFill>
                  <a:srgbClr val="087F86"/>
                </a:solidFill>
              </a:defRPr>
            </a:lvl5pPr>
            <a:lvl6pPr algn="l">
              <a:defRPr sz="2400" b="1">
                <a:solidFill>
                  <a:srgbClr val="087F86"/>
                </a:solidFill>
              </a:defRPr>
            </a:lvl6pPr>
            <a:lvl7pPr algn="l">
              <a:defRPr sz="2400" b="1">
                <a:solidFill>
                  <a:srgbClr val="087F86"/>
                </a:solidFill>
              </a:defRPr>
            </a:lvl7pPr>
            <a:lvl8pPr algn="l">
              <a:defRPr sz="2400" b="1">
                <a:solidFill>
                  <a:srgbClr val="087F86"/>
                </a:solidFill>
              </a:defRPr>
            </a:lvl8pPr>
            <a:lvl9pPr algn="l">
              <a:defRPr sz="24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6"/>
                </a:solidFill>
              </a:defRPr>
            </a:pPr>
            <a:r>
              <a:rPr sz="2400" b="1">
                <a:solidFill>
                  <a:srgbClr val="087F86"/>
                </a:solidFill>
              </a:rPr>
              <a:t>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06D37-4E53-4CD8-94E0-9D654C46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57325"/>
            <a:ext cx="919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13C"/>
                </a:solidFill>
              </a:defRPr>
            </a:defPPr>
            <a:lvl1pPr algn="l">
              <a:defRPr sz="2025" b="0">
                <a:solidFill>
                  <a:srgbClr val="17313C"/>
                </a:solidFill>
              </a:defRPr>
            </a:lvl1pPr>
            <a:lvl2pPr algn="l">
              <a:defRPr sz="2025" b="0">
                <a:solidFill>
                  <a:srgbClr val="17313C"/>
                </a:solidFill>
              </a:defRPr>
            </a:lvl2pPr>
            <a:lvl3pPr algn="l">
              <a:defRPr sz="2025" b="0">
                <a:solidFill>
                  <a:srgbClr val="17313C"/>
                </a:solidFill>
              </a:defRPr>
            </a:lvl3pPr>
            <a:lvl4pPr algn="l">
              <a:defRPr sz="2025" b="0">
                <a:solidFill>
                  <a:srgbClr val="17313C"/>
                </a:solidFill>
              </a:defRPr>
            </a:lvl4pPr>
            <a:lvl5pPr algn="l">
              <a:defRPr sz="2025" b="0">
                <a:solidFill>
                  <a:srgbClr val="17313C"/>
                </a:solidFill>
              </a:defRPr>
            </a:lvl5pPr>
            <a:lvl6pPr algn="l">
              <a:defRPr sz="2025" b="0">
                <a:solidFill>
                  <a:srgbClr val="17313C"/>
                </a:solidFill>
              </a:defRPr>
            </a:lvl6pPr>
            <a:lvl7pPr algn="l">
              <a:defRPr sz="2025" b="0">
                <a:solidFill>
                  <a:srgbClr val="17313C"/>
                </a:solidFill>
              </a:defRPr>
            </a:lvl7pPr>
            <a:lvl8pPr algn="l">
              <a:defRPr sz="2025" b="0">
                <a:solidFill>
                  <a:srgbClr val="17313C"/>
                </a:solidFill>
              </a:defRPr>
            </a:lvl8pPr>
            <a:lvl9pPr algn="l">
              <a:defRPr sz="202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Buscar y filtrar un producto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E4F20-1686-4F3F-850B-DFF48A4C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145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87F86"/>
                </a:solidFill>
              </a:defRPr>
            </a:defPPr>
            <a:lvl1pPr algn="l">
              <a:defRPr sz="2400" b="1">
                <a:solidFill>
                  <a:srgbClr val="087F86"/>
                </a:solidFill>
              </a:defRPr>
            </a:lvl1pPr>
            <a:lvl2pPr algn="l">
              <a:defRPr sz="2400" b="1">
                <a:solidFill>
                  <a:srgbClr val="087F86"/>
                </a:solidFill>
              </a:defRPr>
            </a:lvl2pPr>
            <a:lvl3pPr algn="l">
              <a:defRPr sz="2400" b="1">
                <a:solidFill>
                  <a:srgbClr val="087F86"/>
                </a:solidFill>
              </a:defRPr>
            </a:lvl3pPr>
            <a:lvl4pPr algn="l">
              <a:defRPr sz="2400" b="1">
                <a:solidFill>
                  <a:srgbClr val="087F86"/>
                </a:solidFill>
              </a:defRPr>
            </a:lvl4pPr>
            <a:lvl5pPr algn="l">
              <a:defRPr sz="2400" b="1">
                <a:solidFill>
                  <a:srgbClr val="087F86"/>
                </a:solidFill>
              </a:defRPr>
            </a:lvl5pPr>
            <a:lvl6pPr algn="l">
              <a:defRPr sz="2400" b="1">
                <a:solidFill>
                  <a:srgbClr val="087F86"/>
                </a:solidFill>
              </a:defRPr>
            </a:lvl6pPr>
            <a:lvl7pPr algn="l">
              <a:defRPr sz="2400" b="1">
                <a:solidFill>
                  <a:srgbClr val="087F86"/>
                </a:solidFill>
              </a:defRPr>
            </a:lvl7pPr>
            <a:lvl8pPr algn="l">
              <a:defRPr sz="2400" b="1">
                <a:solidFill>
                  <a:srgbClr val="087F86"/>
                </a:solidFill>
              </a:defRPr>
            </a:lvl8pPr>
            <a:lvl9pPr algn="l">
              <a:defRPr sz="24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6"/>
                </a:solidFill>
              </a:defRPr>
            </a:pPr>
            <a:r>
              <a:rPr sz="2400" b="1">
                <a:solidFill>
                  <a:srgbClr val="087F86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4B6D0-7DB6-4A2D-B0B7-4942EE81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24100"/>
            <a:ext cx="919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13C"/>
                </a:solidFill>
              </a:defRPr>
            </a:defPPr>
            <a:lvl1pPr algn="l">
              <a:defRPr sz="2025" b="0">
                <a:solidFill>
                  <a:srgbClr val="17313C"/>
                </a:solidFill>
              </a:defRPr>
            </a:lvl1pPr>
            <a:lvl2pPr algn="l">
              <a:defRPr sz="2025" b="0">
                <a:solidFill>
                  <a:srgbClr val="17313C"/>
                </a:solidFill>
              </a:defRPr>
            </a:lvl2pPr>
            <a:lvl3pPr algn="l">
              <a:defRPr sz="2025" b="0">
                <a:solidFill>
                  <a:srgbClr val="17313C"/>
                </a:solidFill>
              </a:defRPr>
            </a:lvl3pPr>
            <a:lvl4pPr algn="l">
              <a:defRPr sz="2025" b="0">
                <a:solidFill>
                  <a:srgbClr val="17313C"/>
                </a:solidFill>
              </a:defRPr>
            </a:lvl4pPr>
            <a:lvl5pPr algn="l">
              <a:defRPr sz="2025" b="0">
                <a:solidFill>
                  <a:srgbClr val="17313C"/>
                </a:solidFill>
              </a:defRPr>
            </a:lvl5pPr>
            <a:lvl6pPr algn="l">
              <a:defRPr sz="2025" b="0">
                <a:solidFill>
                  <a:srgbClr val="17313C"/>
                </a:solidFill>
              </a:defRPr>
            </a:lvl6pPr>
            <a:lvl7pPr algn="l">
              <a:defRPr sz="2025" b="0">
                <a:solidFill>
                  <a:srgbClr val="17313C"/>
                </a:solidFill>
              </a:defRPr>
            </a:lvl7pPr>
            <a:lvl8pPr algn="l">
              <a:defRPr sz="2025" b="0">
                <a:solidFill>
                  <a:srgbClr val="17313C"/>
                </a:solidFill>
              </a:defRPr>
            </a:lvl8pPr>
            <a:lvl9pPr algn="l">
              <a:defRPr sz="202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Enviar un pedido desde el carrito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E314D-C3D1-4446-B0A3-D6A0A320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87F86"/>
                </a:solidFill>
              </a:defRPr>
            </a:defPPr>
            <a:lvl1pPr algn="l">
              <a:defRPr sz="2400" b="1">
                <a:solidFill>
                  <a:srgbClr val="087F86"/>
                </a:solidFill>
              </a:defRPr>
            </a:lvl1pPr>
            <a:lvl2pPr algn="l">
              <a:defRPr sz="2400" b="1">
                <a:solidFill>
                  <a:srgbClr val="087F86"/>
                </a:solidFill>
              </a:defRPr>
            </a:lvl2pPr>
            <a:lvl3pPr algn="l">
              <a:defRPr sz="2400" b="1">
                <a:solidFill>
                  <a:srgbClr val="087F86"/>
                </a:solidFill>
              </a:defRPr>
            </a:lvl3pPr>
            <a:lvl4pPr algn="l">
              <a:defRPr sz="2400" b="1">
                <a:solidFill>
                  <a:srgbClr val="087F86"/>
                </a:solidFill>
              </a:defRPr>
            </a:lvl4pPr>
            <a:lvl5pPr algn="l">
              <a:defRPr sz="2400" b="1">
                <a:solidFill>
                  <a:srgbClr val="087F86"/>
                </a:solidFill>
              </a:defRPr>
            </a:lvl5pPr>
            <a:lvl6pPr algn="l">
              <a:defRPr sz="2400" b="1">
                <a:solidFill>
                  <a:srgbClr val="087F86"/>
                </a:solidFill>
              </a:defRPr>
            </a:lvl6pPr>
            <a:lvl7pPr algn="l">
              <a:defRPr sz="2400" b="1">
                <a:solidFill>
                  <a:srgbClr val="087F86"/>
                </a:solidFill>
              </a:defRPr>
            </a:lvl7pPr>
            <a:lvl8pPr algn="l">
              <a:defRPr sz="2400" b="1">
                <a:solidFill>
                  <a:srgbClr val="087F86"/>
                </a:solidFill>
              </a:defRPr>
            </a:lvl8pPr>
            <a:lvl9pPr algn="l">
              <a:defRPr sz="24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6"/>
                </a:solidFill>
              </a:defRPr>
            </a:pPr>
            <a:r>
              <a:rPr sz="2400" b="1">
                <a:solidFill>
                  <a:srgbClr val="087F86"/>
                </a:solidFill>
              </a:rPr>
              <a:t>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EB0DD-A787-4A95-BDAC-16828B12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90875"/>
            <a:ext cx="919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13C"/>
                </a:solidFill>
              </a:defRPr>
            </a:defPPr>
            <a:lvl1pPr algn="l">
              <a:defRPr sz="2025" b="0">
                <a:solidFill>
                  <a:srgbClr val="17313C"/>
                </a:solidFill>
              </a:defRPr>
            </a:lvl1pPr>
            <a:lvl2pPr algn="l">
              <a:defRPr sz="2025" b="0">
                <a:solidFill>
                  <a:srgbClr val="17313C"/>
                </a:solidFill>
              </a:defRPr>
            </a:lvl2pPr>
            <a:lvl3pPr algn="l">
              <a:defRPr sz="2025" b="0">
                <a:solidFill>
                  <a:srgbClr val="17313C"/>
                </a:solidFill>
              </a:defRPr>
            </a:lvl3pPr>
            <a:lvl4pPr algn="l">
              <a:defRPr sz="2025" b="0">
                <a:solidFill>
                  <a:srgbClr val="17313C"/>
                </a:solidFill>
              </a:defRPr>
            </a:lvl4pPr>
            <a:lvl5pPr algn="l">
              <a:defRPr sz="2025" b="0">
                <a:solidFill>
                  <a:srgbClr val="17313C"/>
                </a:solidFill>
              </a:defRPr>
            </a:lvl5pPr>
            <a:lvl6pPr algn="l">
              <a:defRPr sz="2025" b="0">
                <a:solidFill>
                  <a:srgbClr val="17313C"/>
                </a:solidFill>
              </a:defRPr>
            </a:lvl6pPr>
            <a:lvl7pPr algn="l">
              <a:defRPr sz="2025" b="0">
                <a:solidFill>
                  <a:srgbClr val="17313C"/>
                </a:solidFill>
              </a:defRPr>
            </a:lvl7pPr>
            <a:lvl8pPr algn="l">
              <a:defRPr sz="2025" b="0">
                <a:solidFill>
                  <a:srgbClr val="17313C"/>
                </a:solidFill>
              </a:defRPr>
            </a:lvl8pPr>
            <a:lvl9pPr algn="l">
              <a:defRPr sz="202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Abrir la consulta en el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99106-12BD-4820-BB91-A97EAB7C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4812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87F86"/>
                </a:solidFill>
              </a:defRPr>
            </a:defPPr>
            <a:lvl1pPr algn="l">
              <a:defRPr sz="2400" b="1">
                <a:solidFill>
                  <a:srgbClr val="087F86"/>
                </a:solidFill>
              </a:defRPr>
            </a:lvl1pPr>
            <a:lvl2pPr algn="l">
              <a:defRPr sz="2400" b="1">
                <a:solidFill>
                  <a:srgbClr val="087F86"/>
                </a:solidFill>
              </a:defRPr>
            </a:lvl2pPr>
            <a:lvl3pPr algn="l">
              <a:defRPr sz="2400" b="1">
                <a:solidFill>
                  <a:srgbClr val="087F86"/>
                </a:solidFill>
              </a:defRPr>
            </a:lvl3pPr>
            <a:lvl4pPr algn="l">
              <a:defRPr sz="2400" b="1">
                <a:solidFill>
                  <a:srgbClr val="087F86"/>
                </a:solidFill>
              </a:defRPr>
            </a:lvl4pPr>
            <a:lvl5pPr algn="l">
              <a:defRPr sz="2400" b="1">
                <a:solidFill>
                  <a:srgbClr val="087F86"/>
                </a:solidFill>
              </a:defRPr>
            </a:lvl5pPr>
            <a:lvl6pPr algn="l">
              <a:defRPr sz="2400" b="1">
                <a:solidFill>
                  <a:srgbClr val="087F86"/>
                </a:solidFill>
              </a:defRPr>
            </a:lvl6pPr>
            <a:lvl7pPr algn="l">
              <a:defRPr sz="2400" b="1">
                <a:solidFill>
                  <a:srgbClr val="087F86"/>
                </a:solidFill>
              </a:defRPr>
            </a:lvl7pPr>
            <a:lvl8pPr algn="l">
              <a:defRPr sz="2400" b="1">
                <a:solidFill>
                  <a:srgbClr val="087F86"/>
                </a:solidFill>
              </a:defRPr>
            </a:lvl8pPr>
            <a:lvl9pPr algn="l">
              <a:defRPr sz="24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6"/>
                </a:solidFill>
              </a:defRPr>
            </a:pPr>
            <a:r>
              <a:rPr sz="2400" b="1">
                <a:solidFill>
                  <a:srgbClr val="087F86"/>
                </a:solidFill>
              </a:rPr>
              <a:t>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BDAE7-6317-4C7C-9C72-85E8E5C1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57650"/>
            <a:ext cx="919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13C"/>
                </a:solidFill>
              </a:defRPr>
            </a:defPPr>
            <a:lvl1pPr algn="l">
              <a:defRPr sz="2025" b="0">
                <a:solidFill>
                  <a:srgbClr val="17313C"/>
                </a:solidFill>
              </a:defRPr>
            </a:lvl1pPr>
            <a:lvl2pPr algn="l">
              <a:defRPr sz="2025" b="0">
                <a:solidFill>
                  <a:srgbClr val="17313C"/>
                </a:solidFill>
              </a:defRPr>
            </a:lvl2pPr>
            <a:lvl3pPr algn="l">
              <a:defRPr sz="2025" b="0">
                <a:solidFill>
                  <a:srgbClr val="17313C"/>
                </a:solidFill>
              </a:defRPr>
            </a:lvl3pPr>
            <a:lvl4pPr algn="l">
              <a:defRPr sz="2025" b="0">
                <a:solidFill>
                  <a:srgbClr val="17313C"/>
                </a:solidFill>
              </a:defRPr>
            </a:lvl4pPr>
            <a:lvl5pPr algn="l">
              <a:defRPr sz="2025" b="0">
                <a:solidFill>
                  <a:srgbClr val="17313C"/>
                </a:solidFill>
              </a:defRPr>
            </a:lvl5pPr>
            <a:lvl6pPr algn="l">
              <a:defRPr sz="2025" b="0">
                <a:solidFill>
                  <a:srgbClr val="17313C"/>
                </a:solidFill>
              </a:defRPr>
            </a:lvl6pPr>
            <a:lvl7pPr algn="l">
              <a:defRPr sz="2025" b="0">
                <a:solidFill>
                  <a:srgbClr val="17313C"/>
                </a:solidFill>
              </a:defRPr>
            </a:lvl7pPr>
            <a:lvl8pPr algn="l">
              <a:defRPr sz="2025" b="0">
                <a:solidFill>
                  <a:srgbClr val="17313C"/>
                </a:solidFill>
              </a:defRPr>
            </a:lvl8pPr>
            <a:lvl9pPr algn="l">
              <a:defRPr sz="202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Confirmar la venta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702F2-4516-44B9-B413-30329957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1490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87F86"/>
                </a:solidFill>
              </a:defRPr>
            </a:defPPr>
            <a:lvl1pPr algn="l">
              <a:defRPr sz="2400" b="1">
                <a:solidFill>
                  <a:srgbClr val="087F86"/>
                </a:solidFill>
              </a:defRPr>
            </a:lvl1pPr>
            <a:lvl2pPr algn="l">
              <a:defRPr sz="2400" b="1">
                <a:solidFill>
                  <a:srgbClr val="087F86"/>
                </a:solidFill>
              </a:defRPr>
            </a:lvl2pPr>
            <a:lvl3pPr algn="l">
              <a:defRPr sz="2400" b="1">
                <a:solidFill>
                  <a:srgbClr val="087F86"/>
                </a:solidFill>
              </a:defRPr>
            </a:lvl3pPr>
            <a:lvl4pPr algn="l">
              <a:defRPr sz="2400" b="1">
                <a:solidFill>
                  <a:srgbClr val="087F86"/>
                </a:solidFill>
              </a:defRPr>
            </a:lvl4pPr>
            <a:lvl5pPr algn="l">
              <a:defRPr sz="2400" b="1">
                <a:solidFill>
                  <a:srgbClr val="087F86"/>
                </a:solidFill>
              </a:defRPr>
            </a:lvl5pPr>
            <a:lvl6pPr algn="l">
              <a:defRPr sz="2400" b="1">
                <a:solidFill>
                  <a:srgbClr val="087F86"/>
                </a:solidFill>
              </a:defRPr>
            </a:lvl6pPr>
            <a:lvl7pPr algn="l">
              <a:defRPr sz="2400" b="1">
                <a:solidFill>
                  <a:srgbClr val="087F86"/>
                </a:solidFill>
              </a:defRPr>
            </a:lvl7pPr>
            <a:lvl8pPr algn="l">
              <a:defRPr sz="2400" b="1">
                <a:solidFill>
                  <a:srgbClr val="087F86"/>
                </a:solidFill>
              </a:defRPr>
            </a:lvl8pPr>
            <a:lvl9pPr algn="l">
              <a:defRPr sz="2400" b="1">
                <a:solidFill>
                  <a:srgbClr val="087F86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86"/>
                </a:solidFill>
              </a:defRPr>
            </a:pPr>
            <a:r>
              <a:rPr sz="2400" b="1">
                <a:solidFill>
                  <a:srgbClr val="087F86"/>
                </a:solidFill>
              </a:rPr>
              <a:t>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D52C7-7959-4720-A3A2-98A64F85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24425"/>
            <a:ext cx="919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17313C"/>
                </a:solidFill>
              </a:defRPr>
            </a:defPPr>
            <a:lvl1pPr algn="l">
              <a:defRPr sz="2025" b="0">
                <a:solidFill>
                  <a:srgbClr val="17313C"/>
                </a:solidFill>
              </a:defRPr>
            </a:lvl1pPr>
            <a:lvl2pPr algn="l">
              <a:defRPr sz="2025" b="0">
                <a:solidFill>
                  <a:srgbClr val="17313C"/>
                </a:solidFill>
              </a:defRPr>
            </a:lvl2pPr>
            <a:lvl3pPr algn="l">
              <a:defRPr sz="2025" b="0">
                <a:solidFill>
                  <a:srgbClr val="17313C"/>
                </a:solidFill>
              </a:defRPr>
            </a:lvl3pPr>
            <a:lvl4pPr algn="l">
              <a:defRPr sz="2025" b="0">
                <a:solidFill>
                  <a:srgbClr val="17313C"/>
                </a:solidFill>
              </a:defRPr>
            </a:lvl4pPr>
            <a:lvl5pPr algn="l">
              <a:defRPr sz="2025" b="0">
                <a:solidFill>
                  <a:srgbClr val="17313C"/>
                </a:solidFill>
              </a:defRPr>
            </a:lvl5pPr>
            <a:lvl6pPr algn="l">
              <a:defRPr sz="2025" b="0">
                <a:solidFill>
                  <a:srgbClr val="17313C"/>
                </a:solidFill>
              </a:defRPr>
            </a:lvl6pPr>
            <a:lvl7pPr algn="l">
              <a:defRPr sz="2025" b="0">
                <a:solidFill>
                  <a:srgbClr val="17313C"/>
                </a:solidFill>
              </a:defRPr>
            </a:lvl7pPr>
            <a:lvl8pPr algn="l">
              <a:defRPr sz="2025" b="0">
                <a:solidFill>
                  <a:srgbClr val="17313C"/>
                </a:solidFill>
              </a:defRPr>
            </a:lvl8pPr>
            <a:lvl9pPr algn="l">
              <a:defRPr sz="2025" b="0">
                <a:solidFill>
                  <a:srgbClr val="17313C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13C"/>
                </a:solidFill>
              </a:defRPr>
            </a:pPr>
            <a:r>
              <a:rPr sz="2025" b="0">
                <a:solidFill>
                  <a:srgbClr val="17313C"/>
                </a:solidFill>
              </a:rPr>
              <a:t>Mostrar comprobante, kardex y reporte</a:t>
            </a:r>
          </a:p>
        </p:txBody>
      </p:sp>
    </p:spTree>
    <p:extLst>
      <p:ext uri="{BB962C8B-B14F-4D97-AF65-F5344CB8AC3E}">
        <p14:creationId xmlns:p14="http://schemas.microsoft.com/office/powerpoint/2010/main" val="15518428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A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F6EC9-75F8-486B-A59E-32ABB83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</a:defRPr>
            </a:defPPr>
            <a:lvl1pPr algn="l">
              <a:defRPr sz="2925" b="1">
                <a:solidFill>
                  <a:srgbClr val="FFFFFF"/>
                </a:solidFill>
              </a:defRPr>
            </a:lvl1pPr>
            <a:lvl2pPr algn="l">
              <a:defRPr sz="2925" b="1">
                <a:solidFill>
                  <a:srgbClr val="FFFFFF"/>
                </a:solidFill>
              </a:defRPr>
            </a:lvl2pPr>
            <a:lvl3pPr algn="l">
              <a:defRPr sz="2925" b="1">
                <a:solidFill>
                  <a:srgbClr val="FFFFFF"/>
                </a:solidFill>
              </a:defRPr>
            </a:lvl3pPr>
            <a:lvl4pPr algn="l">
              <a:defRPr sz="2925" b="1">
                <a:solidFill>
                  <a:srgbClr val="FFFFFF"/>
                </a:solidFill>
              </a:defRPr>
            </a:lvl4pPr>
            <a:lvl5pPr algn="l">
              <a:defRPr sz="2925" b="1">
                <a:solidFill>
                  <a:srgbClr val="FFFFFF"/>
                </a:solidFill>
              </a:defRPr>
            </a:lvl5pPr>
            <a:lvl6pPr algn="l">
              <a:defRPr sz="2925" b="1">
                <a:solidFill>
                  <a:srgbClr val="FFFFFF"/>
                </a:solidFill>
              </a:defRPr>
            </a:lvl6pPr>
            <a:lvl7pPr algn="l">
              <a:defRPr sz="2925" b="1">
                <a:solidFill>
                  <a:srgbClr val="FFFFFF"/>
                </a:solidFill>
              </a:defRPr>
            </a:lvl7pPr>
            <a:lvl8pPr algn="l">
              <a:defRPr sz="2925" b="1">
                <a:solidFill>
                  <a:srgbClr val="FFFFFF"/>
                </a:solidFill>
              </a:defRPr>
            </a:lvl8pPr>
            <a:lvl9pPr algn="l">
              <a:defRPr sz="29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Conclusión y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C05EF-DA5E-4BAB-86F2-BEBFE9BD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103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125" b="0">
                <a:solidFill>
                  <a:srgbClr val="D5E9E7"/>
                </a:solidFill>
              </a:defRPr>
            </a:defPPr>
            <a:lvl1pPr algn="r">
              <a:defRPr sz="1125" b="0">
                <a:solidFill>
                  <a:srgbClr val="D5E9E7"/>
                </a:solidFill>
              </a:defRPr>
            </a:lvl1pPr>
            <a:lvl2pPr algn="r">
              <a:defRPr sz="1125" b="0">
                <a:solidFill>
                  <a:srgbClr val="D5E9E7"/>
                </a:solidFill>
              </a:defRPr>
            </a:lvl2pPr>
            <a:lvl3pPr algn="r">
              <a:defRPr sz="1125" b="0">
                <a:solidFill>
                  <a:srgbClr val="D5E9E7"/>
                </a:solidFill>
              </a:defRPr>
            </a:lvl3pPr>
            <a:lvl4pPr algn="r">
              <a:defRPr sz="1125" b="0">
                <a:solidFill>
                  <a:srgbClr val="D5E9E7"/>
                </a:solidFill>
              </a:defRPr>
            </a:lvl4pPr>
            <a:lvl5pPr algn="r">
              <a:defRPr sz="1125" b="0">
                <a:solidFill>
                  <a:srgbClr val="D5E9E7"/>
                </a:solidFill>
              </a:defRPr>
            </a:lvl5pPr>
            <a:lvl6pPr algn="r">
              <a:defRPr sz="1125" b="0">
                <a:solidFill>
                  <a:srgbClr val="D5E9E7"/>
                </a:solidFill>
              </a:defRPr>
            </a:lvl6pPr>
            <a:lvl7pPr algn="r">
              <a:defRPr sz="1125" b="0">
                <a:solidFill>
                  <a:srgbClr val="D5E9E7"/>
                </a:solidFill>
              </a:defRPr>
            </a:lvl7pPr>
            <a:lvl8pPr algn="r">
              <a:defRPr sz="1125" b="0">
                <a:solidFill>
                  <a:srgbClr val="D5E9E7"/>
                </a:solidFill>
              </a:defRPr>
            </a:lvl8pPr>
            <a:lvl9pPr algn="r">
              <a:defRPr sz="1125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D5E9E7"/>
                </a:solidFill>
              </a:defRPr>
            </a:pPr>
            <a:r>
              <a:rPr sz="1125" b="0">
                <a:solidFill>
                  <a:srgbClr val="D5E9E7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69F0B-85C9-4C3B-9E71-2D160EC6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</a:defRPr>
            </a:defPPr>
            <a:lvl1pPr algn="l">
              <a:defRPr sz="3150" b="1">
                <a:solidFill>
                  <a:srgbClr val="FFFFFF"/>
                </a:solidFill>
              </a:defRPr>
            </a:lvl1pPr>
            <a:lvl2pPr algn="l">
              <a:defRPr sz="3150" b="1">
                <a:solidFill>
                  <a:srgbClr val="FFFFFF"/>
                </a:solidFill>
              </a:defRPr>
            </a:lvl2pPr>
            <a:lvl3pPr algn="l">
              <a:defRPr sz="3150" b="1">
                <a:solidFill>
                  <a:srgbClr val="FFFFFF"/>
                </a:solidFill>
              </a:defRPr>
            </a:lvl3pPr>
            <a:lvl4pPr algn="l">
              <a:defRPr sz="3150" b="1">
                <a:solidFill>
                  <a:srgbClr val="FFFFFF"/>
                </a:solidFill>
              </a:defRPr>
            </a:lvl4pPr>
            <a:lvl5pPr algn="l">
              <a:defRPr sz="3150" b="1">
                <a:solidFill>
                  <a:srgbClr val="FFFFFF"/>
                </a:solidFill>
              </a:defRPr>
            </a:lvl5pPr>
            <a:lvl6pPr algn="l">
              <a:defRPr sz="3150" b="1">
                <a:solidFill>
                  <a:srgbClr val="FFFFFF"/>
                </a:solidFill>
              </a:defRPr>
            </a:lvl6pPr>
            <a:lvl7pPr algn="l">
              <a:defRPr sz="3150" b="1">
                <a:solidFill>
                  <a:srgbClr val="FFFFFF"/>
                </a:solidFill>
              </a:defRPr>
            </a:lvl7pPr>
            <a:lvl8pPr algn="l">
              <a:defRPr sz="3150" b="1">
                <a:solidFill>
                  <a:srgbClr val="FFFFFF"/>
                </a:solidFill>
              </a:defRPr>
            </a:lvl8pPr>
            <a:lvl9pPr algn="l"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aplicación conecta el catálogo con la operación comercial.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62592-0BFA-4B62-B21B-3493EEE5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D5E9E7"/>
                </a:solidFill>
              </a:defRPr>
            </a:defPPr>
            <a:lvl1pPr algn="l">
              <a:defRPr sz="2100" b="0">
                <a:solidFill>
                  <a:srgbClr val="D5E9E7"/>
                </a:solidFill>
              </a:defRPr>
            </a:lvl1pPr>
            <a:lvl2pPr algn="l">
              <a:defRPr sz="2100" b="0">
                <a:solidFill>
                  <a:srgbClr val="D5E9E7"/>
                </a:solidFill>
              </a:defRPr>
            </a:lvl2pPr>
            <a:lvl3pPr algn="l">
              <a:defRPr sz="2100" b="0">
                <a:solidFill>
                  <a:srgbClr val="D5E9E7"/>
                </a:solidFill>
              </a:defRPr>
            </a:lvl3pPr>
            <a:lvl4pPr algn="l">
              <a:defRPr sz="2100" b="0">
                <a:solidFill>
                  <a:srgbClr val="D5E9E7"/>
                </a:solidFill>
              </a:defRPr>
            </a:lvl4pPr>
            <a:lvl5pPr algn="l">
              <a:defRPr sz="2100" b="0">
                <a:solidFill>
                  <a:srgbClr val="D5E9E7"/>
                </a:solidFill>
              </a:defRPr>
            </a:lvl5pPr>
            <a:lvl6pPr algn="l">
              <a:defRPr sz="2100" b="0">
                <a:solidFill>
                  <a:srgbClr val="D5E9E7"/>
                </a:solidFill>
              </a:defRPr>
            </a:lvl6pPr>
            <a:lvl7pPr algn="l">
              <a:defRPr sz="2100" b="0">
                <a:solidFill>
                  <a:srgbClr val="D5E9E7"/>
                </a:solidFill>
              </a:defRPr>
            </a:lvl7pPr>
            <a:lvl8pPr algn="l">
              <a:defRPr sz="2100" b="0">
                <a:solidFill>
                  <a:srgbClr val="D5E9E7"/>
                </a:solidFill>
              </a:defRPr>
            </a:lvl8pPr>
            <a:lvl9pPr algn="l">
              <a:defRPr sz="2100" b="0">
                <a:solidFill>
                  <a:srgbClr val="D5E9E7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D5E9E7"/>
                </a:solidFill>
              </a:defRPr>
            </a:pPr>
            <a:r>
              <a:rPr sz="2100" b="0">
                <a:solidFill>
                  <a:srgbClr val="D5E9E7"/>
                </a:solidFill>
              </a:rPr>
              <a:t>Su valor se demuestra al seguir un pedido hasta la venta y el movimiento de inventario.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F5080-3FCF-4A6D-AB38-C7844948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19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D6A545"/>
                </a:solidFill>
              </a:defRPr>
            </a:defPPr>
            <a:lvl1pPr algn="l">
              <a:defRPr sz="1725" b="0">
                <a:solidFill>
                  <a:srgbClr val="D6A545"/>
                </a:solidFill>
              </a:defRPr>
            </a:lvl1pPr>
            <a:lvl2pPr algn="l">
              <a:defRPr sz="1725" b="0">
                <a:solidFill>
                  <a:srgbClr val="D6A545"/>
                </a:solidFill>
              </a:defRPr>
            </a:lvl2pPr>
            <a:lvl3pPr algn="l">
              <a:defRPr sz="1725" b="0">
                <a:solidFill>
                  <a:srgbClr val="D6A545"/>
                </a:solidFill>
              </a:defRPr>
            </a:lvl3pPr>
            <a:lvl4pPr algn="l">
              <a:defRPr sz="1725" b="0">
                <a:solidFill>
                  <a:srgbClr val="D6A545"/>
                </a:solidFill>
              </a:defRPr>
            </a:lvl4pPr>
            <a:lvl5pPr algn="l">
              <a:defRPr sz="1725" b="0">
                <a:solidFill>
                  <a:srgbClr val="D6A545"/>
                </a:solidFill>
              </a:defRPr>
            </a:lvl5pPr>
            <a:lvl6pPr algn="l">
              <a:defRPr sz="1725" b="0">
                <a:solidFill>
                  <a:srgbClr val="D6A545"/>
                </a:solidFill>
              </a:defRPr>
            </a:lvl6pPr>
            <a:lvl7pPr algn="l">
              <a:defRPr sz="1725" b="0">
                <a:solidFill>
                  <a:srgbClr val="D6A545"/>
                </a:solidFill>
              </a:defRPr>
            </a:lvl7pPr>
            <a:lvl8pPr algn="l">
              <a:defRPr sz="1725" b="0">
                <a:solidFill>
                  <a:srgbClr val="D6A545"/>
                </a:solidFill>
              </a:defRPr>
            </a:lvl8pPr>
            <a:lvl9pPr algn="l">
              <a:defRPr sz="1725" b="0">
                <a:solidFill>
                  <a:srgbClr val="D6A545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6A545"/>
                </a:solidFill>
              </a:defRPr>
            </a:pPr>
            <a:r>
              <a:rPr sz="1725" b="0">
                <a:solidFill>
                  <a:srgbClr val="D6A545"/>
                </a:solidFill>
              </a:rPr>
              <a:t>Preguntas para preparar: alcance, datos, seguridad, pruebas y mejoras pendientes.</a:t>
            </a:r>
          </a:p>
        </p:txBody>
      </p:sp>
    </p:spTree>
    <p:extLst>
      <p:ext uri="{BB962C8B-B14F-4D97-AF65-F5344CB8AC3E}">
        <p14:creationId xmlns:p14="http://schemas.microsoft.com/office/powerpoint/2010/main" val="187023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2026-10-20T11:52:56.5950000Z</dcterms:created>
  <dcterms:modified xsi:type="dcterms:W3CDTF">2026-10-20T11:52:56.5960000Z</dcterms:modified>
</coreProperties>
</file>